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tags/tag4.xml" ContentType="application/vnd.openxmlformats-officedocument.presentationml.tags+xml"/>
  <Override PartName="/ppt/notesSlides/notesSlide7.xml" ContentType="application/vnd.openxmlformats-officedocument.presentationml.notesSlide+xml"/>
  <Override PartName="/ppt/tags/tag5.xml" ContentType="application/vnd.openxmlformats-officedocument.presentationml.tags+xml"/>
  <Override PartName="/ppt/notesSlides/notesSlide8.xml" ContentType="application/vnd.openxmlformats-officedocument.presentationml.notesSlide+xml"/>
  <Override PartName="/ppt/tags/tag6.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2"/>
  </p:sldMasterIdLst>
  <p:notesMasterIdLst>
    <p:notesMasterId r:id="rId17"/>
  </p:notesMasterIdLst>
  <p:sldIdLst>
    <p:sldId id="489" r:id="rId3"/>
    <p:sldId id="497" r:id="rId4"/>
    <p:sldId id="341" r:id="rId5"/>
    <p:sldId id="361" r:id="rId6"/>
    <p:sldId id="351" r:id="rId7"/>
    <p:sldId id="365" r:id="rId8"/>
    <p:sldId id="356" r:id="rId9"/>
    <p:sldId id="357" r:id="rId10"/>
    <p:sldId id="366" r:id="rId11"/>
    <p:sldId id="498" r:id="rId12"/>
    <p:sldId id="499" r:id="rId13"/>
    <p:sldId id="271" r:id="rId14"/>
    <p:sldId id="491" r:id="rId15"/>
    <p:sldId id="496" r:id="rId16"/>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EB1"/>
    <a:srgbClr val="00469C"/>
    <a:srgbClr val="004299"/>
    <a:srgbClr val="0051CD"/>
    <a:srgbClr val="004FCC"/>
    <a:srgbClr val="00439A"/>
    <a:srgbClr val="0087D4"/>
    <a:srgbClr val="00499F"/>
    <a:srgbClr val="0048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6" autoAdjust="0"/>
    <p:restoredTop sz="70612" autoAdjust="0"/>
  </p:normalViewPr>
  <p:slideViewPr>
    <p:cSldViewPr snapToGrid="0">
      <p:cViewPr varScale="1">
        <p:scale>
          <a:sx n="57" d="100"/>
          <a:sy n="57" d="100"/>
        </p:scale>
        <p:origin x="1560" y="43"/>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064CD86D-1D63-40E1-B2E6-BD016303D88B}" type="datetimeFigureOut">
              <a:rPr lang="zh-CN" altLang="en-US" smtClean="0"/>
              <a:t>2026/10/12</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4A0C9C23-11B0-4179-B5BC-6DCBD29FEBE6}" type="slidenum">
              <a:rPr lang="zh-CN" altLang="en-US" smtClean="0"/>
              <a:t>‹#›</a:t>
            </a:fld>
            <a:endParaRPr lang="zh-CN" altLang="en-US"/>
          </a:p>
        </p:txBody>
      </p:sp>
    </p:spTree>
    <p:extLst>
      <p:ext uri="{BB962C8B-B14F-4D97-AF65-F5344CB8AC3E}">
        <p14:creationId xmlns:p14="http://schemas.microsoft.com/office/powerpoint/2010/main" val="4086447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just"/>
            <a:r>
              <a:rPr lang="zh-CN" altLang="zh-CN" sz="1800" kern="100" dirty="0">
                <a:effectLst/>
                <a:latin typeface="Times New Roman" panose="02020603050405020304" pitchFamily="18" charset="0"/>
                <a:ea typeface="等线" panose="02010600030101010101" pitchFamily="2" charset="-122"/>
              </a:rPr>
              <a:t>各位评委老师，大家好。我是今天的试讲人王孟飞，今天试讲的科目是《水力学》，下面，我将正式开始今天的课程。</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等线" panose="02010600030101010101" pitchFamily="2" charset="-122"/>
              </a:rPr>
              <a:t>同学们好，今天咱们要讲的是《明渠水流的流态及其判别》。在讲之前咱们先来回顾一下上节课讲的内容，首先请同学们回顾一下上节课讲的两个概念，什么是恒定流与非恒定流，什么是均匀流和非均匀流。这位同学你来回答一下。</a:t>
            </a:r>
            <a:r>
              <a:rPr lang="en-US" altLang="zh-CN" sz="1800" kern="100" dirty="0">
                <a:effectLst/>
                <a:latin typeface="Times New Roman" panose="02020603050405020304" pitchFamily="18" charset="0"/>
                <a:ea typeface="等线" panose="02010600030101010101" pitchFamily="2" charset="-122"/>
              </a:rPr>
              <a:t>*************</a:t>
            </a:r>
            <a:r>
              <a:rPr lang="zh-CN" altLang="zh-CN" sz="1800" kern="100" dirty="0">
                <a:effectLst/>
                <a:latin typeface="Times New Roman" panose="02020603050405020304" pitchFamily="18" charset="0"/>
                <a:ea typeface="等线" panose="02010600030101010101" pitchFamily="2" charset="-122"/>
              </a:rPr>
              <a:t>很好。这节课咱们来学习一下关于流态的新知识，这节课咱们要掌握以下知识点：</a:t>
            </a:r>
            <a:r>
              <a:rPr lang="zh-CN" altLang="zh-CN" sz="1800" b="1" kern="100" dirty="0">
                <a:effectLst/>
                <a:latin typeface="Times New Roman" panose="02020603050405020304" pitchFamily="18" charset="0"/>
                <a:ea typeface="等线" panose="02010600030101010101" pitchFamily="2" charset="-122"/>
              </a:rPr>
              <a:t>认识流态的影响，理解微波与流动的关系，掌握微波波速计算与弗劳德数</a:t>
            </a:r>
            <a:r>
              <a:rPr lang="en-US" altLang="zh-CN" sz="1800" b="1" i="1" kern="100" dirty="0">
                <a:effectLst/>
                <a:latin typeface="Times New Roman" panose="02020603050405020304" pitchFamily="18" charset="0"/>
                <a:ea typeface="等线" panose="02010600030101010101" pitchFamily="2" charset="-122"/>
              </a:rPr>
              <a:t>Fr</a:t>
            </a:r>
            <a:r>
              <a:rPr lang="zh-CN" altLang="zh-CN" sz="1800" b="1" kern="100" dirty="0">
                <a:effectLst/>
                <a:latin typeface="Times New Roman" panose="02020603050405020304" pitchFamily="18" charset="0"/>
                <a:ea typeface="等线" panose="02010600030101010101" pitchFamily="2" charset="-122"/>
              </a:rPr>
              <a:t>计算，了解弗劳德数力学意义及应用</a:t>
            </a:r>
            <a:endParaRPr lang="zh-CN" altLang="zh-CN" sz="1800" kern="100" dirty="0">
              <a:effectLst/>
              <a:latin typeface="Times New Roman" panose="02020603050405020304" pitchFamily="18" charset="0"/>
              <a:ea typeface="等线" panose="02010600030101010101" pitchFamily="2" charset="-122"/>
            </a:endParaRPr>
          </a:p>
          <a:p>
            <a:endParaRPr lang="en-US" altLang="zh-CN" dirty="0">
              <a:effectLst/>
              <a:latin typeface="Google Sans Text"/>
            </a:endParaRPr>
          </a:p>
        </p:txBody>
      </p:sp>
      <p:sp>
        <p:nvSpPr>
          <p:cNvPr id="4" name="灯片编号占位符 3"/>
          <p:cNvSpPr>
            <a:spLocks noGrp="1"/>
          </p:cNvSpPr>
          <p:nvPr>
            <p:ph type="sldNum" sz="quarter" idx="5"/>
          </p:nvPr>
        </p:nvSpPr>
        <p:spPr/>
        <p:txBody>
          <a:bodyPr/>
          <a:lstStyle/>
          <a:p>
            <a:fld id="{4A0C9C23-11B0-4179-B5BC-6DCBD29FEBE6}" type="slidenum">
              <a:rPr lang="zh-CN" altLang="en-US" smtClean="0"/>
              <a:t>2</a:t>
            </a:fld>
            <a:endParaRPr lang="zh-CN" altLang="en-US"/>
          </a:p>
        </p:txBody>
      </p:sp>
    </p:spTree>
    <p:extLst>
      <p:ext uri="{BB962C8B-B14F-4D97-AF65-F5344CB8AC3E}">
        <p14:creationId xmlns:p14="http://schemas.microsoft.com/office/powerpoint/2010/main" val="8329578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zh-CN" sz="1800" kern="100" dirty="0">
                <a:effectLst/>
                <a:latin typeface="Times New Roman" panose="02020603050405020304" pitchFamily="18" charset="0"/>
                <a:ea typeface="等线" panose="02010600030101010101" pitchFamily="2" charset="-122"/>
              </a:rPr>
              <a:t>同学们，首先我想先请大家思考一个有趣的问题：</a:t>
            </a:r>
            <a:r>
              <a:rPr lang="zh-CN" altLang="zh-CN" sz="1800" b="1" kern="100" dirty="0">
                <a:effectLst/>
                <a:latin typeface="Times New Roman" panose="02020603050405020304" pitchFamily="18" charset="0"/>
                <a:ea typeface="等线" panose="02010600030101010101" pitchFamily="2" charset="-122"/>
              </a:rPr>
              <a:t>“如果我在一条河流的下游扔下一块石头，上游的水面会不会‘知道’？”</a:t>
            </a:r>
            <a:r>
              <a:rPr lang="zh-CN" altLang="zh-CN" sz="1800" kern="100" dirty="0">
                <a:effectLst/>
                <a:latin typeface="Times New Roman" panose="02020603050405020304" pitchFamily="18" charset="0"/>
                <a:ea typeface="等线" panose="02010600030101010101" pitchFamily="2" charset="-122"/>
              </a:rPr>
              <a:t> 换句话说，下游的干扰能不能向上传递，影响上游的流动或者水位？</a:t>
            </a:r>
            <a:r>
              <a:rPr lang="en-US" altLang="zh-CN" sz="1800" kern="100" dirty="0">
                <a:effectLst/>
                <a:latin typeface="Times New Roman" panose="02020603050405020304" pitchFamily="18" charset="0"/>
                <a:ea typeface="等线" panose="02010600030101010101" pitchFamily="2" charset="-122"/>
              </a:rPr>
              <a:t>[</a:t>
            </a:r>
            <a:r>
              <a:rPr lang="zh-CN" altLang="zh-CN" sz="1800" kern="100" dirty="0">
                <a:effectLst/>
                <a:latin typeface="Times New Roman" panose="02020603050405020304" pitchFamily="18" charset="0"/>
                <a:ea typeface="等线" panose="02010600030101010101" pitchFamily="2" charset="-122"/>
              </a:rPr>
              <a:t>稍作停顿，留给学生思考时间</a:t>
            </a:r>
            <a:r>
              <a:rPr lang="en-US" altLang="zh-CN" sz="1800" kern="100" dirty="0">
                <a:effectLst/>
                <a:latin typeface="Times New Roman" panose="02020603050405020304" pitchFamily="18" charset="0"/>
                <a:ea typeface="等线" panose="02010600030101010101" pitchFamily="2" charset="-122"/>
              </a:rPr>
              <a:t>]</a:t>
            </a:r>
            <a:endParaRPr lang="zh-CN" altLang="zh-CN" sz="1800" kern="100" dirty="0">
              <a:effectLst/>
              <a:latin typeface="Times New Roman" panose="02020603050405020304" pitchFamily="18" charset="0"/>
              <a:ea typeface="等线" panose="02010600030101010101" pitchFamily="2" charset="-122"/>
            </a:endParaRPr>
          </a:p>
          <a:p>
            <a:pPr algn="just"/>
            <a:r>
              <a:rPr lang="en-US" altLang="zh-CN" sz="1800" kern="100" dirty="0">
                <a:effectLst/>
                <a:latin typeface="Times New Roman" panose="02020603050405020304" pitchFamily="18" charset="0"/>
                <a:ea typeface="等线" panose="02010600030101010101" pitchFamily="2" charset="-122"/>
              </a:rPr>
              <a:t> </a:t>
            </a:r>
            <a:r>
              <a:rPr lang="zh-CN" altLang="zh-CN" sz="1800" kern="100" dirty="0">
                <a:effectLst/>
                <a:latin typeface="Times New Roman" panose="02020603050405020304" pitchFamily="18" charset="0"/>
                <a:ea typeface="等线" panose="02010600030101010101" pitchFamily="2" charset="-122"/>
              </a:rPr>
              <a:t>刚才的呢个问题也是古代一位水利工程师的思考。这个问题不仅是个有趣的物理现象，更是我们实际工程中必须要回答的问题。比如，我们要修一条水渠，下游的建筑物是否会影响上游的水位？影响上游水位多大？这样一来水渠的深度如何确定？这些工程问题的核心，都指向了我们今天的主角——明渠水流的流态。</a:t>
            </a:r>
          </a:p>
          <a:p>
            <a:endParaRPr kumimoji="1" lang="zh-CN" altLang="en-US" dirty="0"/>
          </a:p>
        </p:txBody>
      </p:sp>
      <p:sp>
        <p:nvSpPr>
          <p:cNvPr id="4" name="灯片编号占位符 3"/>
          <p:cNvSpPr>
            <a:spLocks noGrp="1"/>
          </p:cNvSpPr>
          <p:nvPr>
            <p:ph type="sldNum" sz="quarter" idx="5"/>
          </p:nvPr>
        </p:nvSpPr>
        <p:spPr/>
        <p:txBody>
          <a:bodyPr/>
          <a:lstStyle/>
          <a:p>
            <a:fld id="{4A0C9C23-11B0-4179-B5BC-6DCBD29FEBE6}" type="slidenum">
              <a:rPr lang="zh-CN" altLang="en-US" smtClean="0"/>
              <a:t>3</a:t>
            </a:fld>
            <a:endParaRPr lang="zh-CN" altLang="en-US"/>
          </a:p>
        </p:txBody>
      </p:sp>
    </p:spTree>
    <p:extLst>
      <p:ext uri="{BB962C8B-B14F-4D97-AF65-F5344CB8AC3E}">
        <p14:creationId xmlns:p14="http://schemas.microsoft.com/office/powerpoint/2010/main" val="18434077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等线" panose="02010600030101010101" pitchFamily="2" charset="-122"/>
                <a:cs typeface="Times New Roman" panose="02020603050405020304" pitchFamily="18" charset="0"/>
              </a:rPr>
              <a:t>谈到流态问题，古人虽然没有系统的水力学理论，但他们早就敏锐地观察到了不同的水流流态，并写进了脍炙人口的诗词里。</a:t>
            </a:r>
            <a:r>
              <a:rPr lang="zh-CN" altLang="en-US" sz="1800" dirty="0">
                <a:effectLst/>
                <a:latin typeface="Times New Roman" panose="02020603050405020304" pitchFamily="18" charset="0"/>
                <a:ea typeface="等线" panose="02010600030101010101" pitchFamily="2" charset="-122"/>
                <a:cs typeface="Times New Roman" panose="02020603050405020304" pitchFamily="18" charset="0"/>
              </a:rPr>
              <a:t>下面我想请各位同学看一下这几句诗词，描述的是缓流还是激流？</a:t>
            </a:r>
            <a:r>
              <a:rPr lang="zh-CN" altLang="zh-CN" sz="1800" dirty="0">
                <a:effectLst/>
                <a:latin typeface="Times New Roman" panose="02020603050405020304" pitchFamily="18" charset="0"/>
                <a:ea typeface="等线" panose="02010600030101010101" pitchFamily="2" charset="-122"/>
                <a:cs typeface="Times New Roman" panose="02020603050405020304" pitchFamily="18" charset="0"/>
              </a:rPr>
              <a:t>比如骆宾王的“白毛浮绿水，红掌拨清波”，则是水流平缓、宁静安详的缓流画面。李白的“飞流直下三千尺”、苏轼的“惊涛拍岸，卷起千堆雪”，描绘的是水流湍急的状态；而从文学走向科学，我们今天就要用严谨的数学和物理语言，来重新定义和量化诗意背后的流态</a:t>
            </a:r>
            <a:endParaRPr kumimoji="1" lang="zh-CN" altLang="en-US" dirty="0"/>
          </a:p>
        </p:txBody>
      </p:sp>
      <p:sp>
        <p:nvSpPr>
          <p:cNvPr id="4" name="灯片编号占位符 3"/>
          <p:cNvSpPr>
            <a:spLocks noGrp="1"/>
          </p:cNvSpPr>
          <p:nvPr>
            <p:ph type="sldNum" sz="quarter" idx="5"/>
          </p:nvPr>
        </p:nvSpPr>
        <p:spPr/>
        <p:txBody>
          <a:bodyPr/>
          <a:lstStyle/>
          <a:p>
            <a:fld id="{4A0C9C23-11B0-4179-B5BC-6DCBD29FEBE6}" type="slidenum">
              <a:rPr lang="zh-CN" altLang="en-US" smtClean="0"/>
              <a:t>4</a:t>
            </a:fld>
            <a:endParaRPr lang="zh-CN" altLang="en-US"/>
          </a:p>
        </p:txBody>
      </p:sp>
    </p:spTree>
    <p:extLst>
      <p:ext uri="{BB962C8B-B14F-4D97-AF65-F5344CB8AC3E}">
        <p14:creationId xmlns:p14="http://schemas.microsoft.com/office/powerpoint/2010/main" val="148691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等线" panose="02010600030101010101" pitchFamily="2" charset="-122"/>
                <a:cs typeface="Times New Roman" panose="02020603050405020304" pitchFamily="18" charset="0"/>
              </a:rPr>
              <a:t>如果流态控制不好，或者对流态的认识不足，就会酿成事故。大家看这几则新闻：这些事故报道中，都有一个共同的关键词——</a:t>
            </a:r>
            <a:r>
              <a:rPr lang="zh-CN" altLang="zh-CN" sz="1800" b="1" dirty="0">
                <a:effectLst/>
                <a:latin typeface="Times New Roman" panose="02020603050405020304" pitchFamily="18" charset="0"/>
                <a:ea typeface="等线" panose="02010600030101010101" pitchFamily="2" charset="-122"/>
                <a:cs typeface="Times New Roman" panose="02020603050405020304" pitchFamily="18" charset="0"/>
              </a:rPr>
              <a:t>“因水流湍急”</a:t>
            </a:r>
            <a:r>
              <a:rPr lang="zh-CN" altLang="zh-CN" sz="1800" dirty="0">
                <a:effectLst/>
                <a:latin typeface="Times New Roman" panose="02020603050405020304" pitchFamily="18" charset="0"/>
                <a:ea typeface="等线" panose="02010600030101010101" pitchFamily="2" charset="-122"/>
                <a:cs typeface="Times New Roman" panose="02020603050405020304" pitchFamily="18" charset="0"/>
              </a:rPr>
              <a:t>。呢么水流多急才算比较危险呢？我们如何量化水流的缓急呢？能不能有一个指标来准确量化不同水流的缓急程度，用于指导咱们的工程建设？这正是咱们今天要探究的内容。</a:t>
            </a:r>
            <a:endParaRPr kumimoji="1" lang="zh-CN" altLang="en-US" dirty="0"/>
          </a:p>
        </p:txBody>
      </p:sp>
      <p:sp>
        <p:nvSpPr>
          <p:cNvPr id="4" name="灯片编号占位符 3"/>
          <p:cNvSpPr>
            <a:spLocks noGrp="1"/>
          </p:cNvSpPr>
          <p:nvPr>
            <p:ph type="sldNum" sz="quarter" idx="5"/>
          </p:nvPr>
        </p:nvSpPr>
        <p:spPr/>
        <p:txBody>
          <a:bodyPr/>
          <a:lstStyle/>
          <a:p>
            <a:fld id="{4A0C9C23-11B0-4179-B5BC-6DCBD29FEBE6}" type="slidenum">
              <a:rPr lang="zh-CN" altLang="en-US" smtClean="0"/>
              <a:t>5</a:t>
            </a:fld>
            <a:endParaRPr lang="zh-CN" altLang="en-US"/>
          </a:p>
        </p:txBody>
      </p:sp>
    </p:spTree>
    <p:extLst>
      <p:ext uri="{BB962C8B-B14F-4D97-AF65-F5344CB8AC3E}">
        <p14:creationId xmlns:p14="http://schemas.microsoft.com/office/powerpoint/2010/main" val="7828892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等线" panose="02010600030101010101" pitchFamily="2" charset="-122"/>
                <a:cs typeface="Times New Roman" panose="02020603050405020304" pitchFamily="18" charset="0"/>
              </a:rPr>
              <a:t>好了，回到咱们最开始思考的往水渠中放一块石头的问题，那么，到底什么是缓流，什么是急流？我们先来看两个直观的现象。</a:t>
            </a:r>
            <a:r>
              <a:rPr lang="en-US" altLang="zh-CN" sz="1800" dirty="0">
                <a:effectLst/>
                <a:latin typeface="Times New Roman" panose="02020603050405020304" pitchFamily="18" charset="0"/>
                <a:ea typeface="等线" panose="02010600030101010101" pitchFamily="2" charset="-122"/>
              </a:rPr>
              <a:t>[</a:t>
            </a:r>
            <a:r>
              <a:rPr lang="zh-CN" altLang="zh-CN" sz="1800" dirty="0">
                <a:effectLst/>
                <a:latin typeface="Times New Roman" panose="02020603050405020304" pitchFamily="18" charset="0"/>
                <a:ea typeface="等线" panose="02010600030101010101" pitchFamily="2" charset="-122"/>
                <a:cs typeface="Times New Roman" panose="02020603050405020304" pitchFamily="18" charset="0"/>
              </a:rPr>
              <a:t>点击展示缓流</a:t>
            </a:r>
            <a:r>
              <a:rPr lang="en-US" altLang="zh-CN" sz="1800" dirty="0">
                <a:effectLst/>
                <a:latin typeface="Times New Roman" panose="02020603050405020304" pitchFamily="18" charset="0"/>
                <a:ea typeface="等线" panose="02010600030101010101" pitchFamily="2" charset="-122"/>
              </a:rPr>
              <a:t>] </a:t>
            </a:r>
            <a:r>
              <a:rPr lang="zh-CN" altLang="zh-CN" sz="1800" dirty="0">
                <a:effectLst/>
                <a:latin typeface="Times New Roman" panose="02020603050405020304" pitchFamily="18" charset="0"/>
                <a:ea typeface="等线" panose="02010600030101010101" pitchFamily="2" charset="-122"/>
                <a:cs typeface="Times New Roman" panose="02020603050405020304" pitchFamily="18" charset="0"/>
              </a:rPr>
              <a:t>当水流遇到一个底部障碍物时，如果水流表面在障碍物</a:t>
            </a:r>
            <a:r>
              <a:rPr lang="zh-CN" altLang="zh-CN" sz="1800" b="1" dirty="0">
                <a:effectLst/>
                <a:latin typeface="Times New Roman" panose="02020603050405020304" pitchFamily="18" charset="0"/>
                <a:ea typeface="等线" panose="02010600030101010101" pitchFamily="2" charset="-122"/>
                <a:cs typeface="Times New Roman" panose="02020603050405020304" pitchFamily="18" charset="0"/>
              </a:rPr>
              <a:t>上游</a:t>
            </a:r>
            <a:r>
              <a:rPr lang="zh-CN" altLang="zh-CN" sz="1800" dirty="0">
                <a:effectLst/>
                <a:latin typeface="Times New Roman" panose="02020603050405020304" pitchFamily="18" charset="0"/>
                <a:ea typeface="等线" panose="02010600030101010101" pitchFamily="2" charset="-122"/>
                <a:cs typeface="Times New Roman" panose="02020603050405020304" pitchFamily="18" charset="0"/>
              </a:rPr>
              <a:t>就开始缓慢抬升，越过障碍物，这就意味着下游的干扰影响了上游，这种流态我们称为</a:t>
            </a:r>
            <a:r>
              <a:rPr lang="zh-CN" altLang="zh-CN" sz="1800" b="1" dirty="0">
                <a:effectLst/>
                <a:latin typeface="Times New Roman" panose="02020603050405020304" pitchFamily="18" charset="0"/>
                <a:ea typeface="等线" panose="02010600030101010101" pitchFamily="2" charset="-122"/>
                <a:cs typeface="Times New Roman" panose="02020603050405020304" pitchFamily="18" charset="0"/>
              </a:rPr>
              <a:t>缓流</a:t>
            </a:r>
            <a:r>
              <a:rPr lang="zh-CN" altLang="zh-CN" sz="1800" dirty="0">
                <a:effectLst/>
                <a:latin typeface="Times New Roman" panose="02020603050405020304" pitchFamily="18" charset="0"/>
                <a:ea typeface="等线" panose="02010600030101010101" pitchFamily="2" charset="-122"/>
                <a:cs typeface="Times New Roman" panose="02020603050405020304" pitchFamily="18" charset="0"/>
              </a:rPr>
              <a:t>。就是等红灯，前车缓慢停下来后，后车也缓慢的停下来，扰动能传到上游。</a:t>
            </a:r>
            <a:r>
              <a:rPr lang="en-US" altLang="zh-CN" sz="1800" dirty="0">
                <a:effectLst/>
                <a:latin typeface="Times New Roman" panose="02020603050405020304" pitchFamily="18" charset="0"/>
                <a:ea typeface="等线" panose="02010600030101010101" pitchFamily="2" charset="-122"/>
              </a:rPr>
              <a:t> [</a:t>
            </a:r>
            <a:r>
              <a:rPr lang="zh-CN" altLang="zh-CN" sz="1800" dirty="0">
                <a:effectLst/>
                <a:latin typeface="Times New Roman" panose="02020603050405020304" pitchFamily="18" charset="0"/>
                <a:ea typeface="等线" panose="02010600030101010101" pitchFamily="2" charset="-122"/>
                <a:cs typeface="Times New Roman" panose="02020603050405020304" pitchFamily="18" charset="0"/>
              </a:rPr>
              <a:t>点击展示急流</a:t>
            </a:r>
            <a:r>
              <a:rPr lang="en-US" altLang="zh-CN" sz="1800" dirty="0">
                <a:effectLst/>
                <a:latin typeface="Times New Roman" panose="02020603050405020304" pitchFamily="18" charset="0"/>
                <a:ea typeface="等线" panose="02010600030101010101" pitchFamily="2" charset="-122"/>
              </a:rPr>
              <a:t>] </a:t>
            </a:r>
            <a:r>
              <a:rPr lang="zh-CN" altLang="zh-CN" sz="1800" dirty="0">
                <a:effectLst/>
                <a:latin typeface="Times New Roman" panose="02020603050405020304" pitchFamily="18" charset="0"/>
                <a:ea typeface="等线" panose="02010600030101010101" pitchFamily="2" charset="-122"/>
                <a:cs typeface="Times New Roman" panose="02020603050405020304" pitchFamily="18" charset="0"/>
              </a:rPr>
              <a:t>相反，如果水流表面在障碍物上游几乎没有变化，而是到了障碍物前方才突然跃起，急速越过，说明下游的干扰无法向上游传递，这种流态我们称为</a:t>
            </a:r>
            <a:r>
              <a:rPr lang="zh-CN" altLang="zh-CN" sz="1800" b="1" dirty="0">
                <a:effectLst/>
                <a:latin typeface="Times New Roman" panose="02020603050405020304" pitchFamily="18" charset="0"/>
                <a:ea typeface="等线" panose="02010600030101010101" pitchFamily="2" charset="-122"/>
                <a:cs typeface="Times New Roman" panose="02020603050405020304" pitchFamily="18" charset="0"/>
              </a:rPr>
              <a:t>急流</a:t>
            </a:r>
            <a:r>
              <a:rPr lang="zh-CN" altLang="zh-CN" sz="1800" dirty="0">
                <a:effectLst/>
                <a:latin typeface="Times New Roman" panose="02020603050405020304" pitchFamily="18" charset="0"/>
                <a:ea typeface="等线" panose="02010600030101010101" pitchFamily="2" charset="-122"/>
                <a:cs typeface="Times New Roman" panose="02020603050405020304" pitchFamily="18" charset="0"/>
              </a:rPr>
              <a:t>。就像高速行驶的汽车，看不到前方的障碍物，扰动传不到上游。</a:t>
            </a:r>
            <a:r>
              <a:rPr lang="zh-CN" altLang="zh-CN" sz="1800" dirty="0">
                <a:effectLst/>
                <a:ea typeface="Times New Roman" panose="02020603050405020304" pitchFamily="18" charset="0"/>
              </a:rPr>
              <a:t> </a:t>
            </a:r>
            <a:r>
              <a:rPr lang="zh-CN" altLang="zh-CN" sz="1800" b="1" dirty="0">
                <a:effectLst/>
                <a:latin typeface="Times New Roman" panose="02020603050405020304" pitchFamily="18" charset="0"/>
                <a:ea typeface="等线" panose="02010600030101010101" pitchFamily="2" charset="-122"/>
                <a:cs typeface="Times New Roman" panose="02020603050405020304" pitchFamily="18" charset="0"/>
              </a:rPr>
              <a:t>本质区别就在于：干扰是否能影响上游水流的流动要素。</a:t>
            </a:r>
            <a:r>
              <a:rPr lang="zh-CN" altLang="zh-CN" sz="1800" dirty="0">
                <a:effectLst/>
                <a:latin typeface="Times New Roman" panose="02020603050405020304" pitchFamily="18" charset="0"/>
                <a:ea typeface="等线" panose="02010600030101010101" pitchFamily="2" charset="-122"/>
                <a:cs typeface="Times New Roman" panose="02020603050405020304" pitchFamily="18" charset="0"/>
              </a:rPr>
              <a:t>就像我们在现实中看到的，左边这种平缓的江面，通常是缓流；而右边这种滩涂密布、水花四溅的险滩，通常就是急流。</a:t>
            </a:r>
            <a:endParaRPr kumimoji="1" lang="zh-CN" altLang="en-US" dirty="0"/>
          </a:p>
        </p:txBody>
      </p:sp>
      <p:sp>
        <p:nvSpPr>
          <p:cNvPr id="4" name="灯片编号占位符 3"/>
          <p:cNvSpPr>
            <a:spLocks noGrp="1"/>
          </p:cNvSpPr>
          <p:nvPr>
            <p:ph type="sldNum" sz="quarter" idx="5"/>
          </p:nvPr>
        </p:nvSpPr>
        <p:spPr/>
        <p:txBody>
          <a:bodyPr/>
          <a:lstStyle/>
          <a:p>
            <a:fld id="{4A0C9C23-11B0-4179-B5BC-6DCBD29FEBE6}" type="slidenum">
              <a:rPr lang="zh-CN" altLang="en-US" smtClean="0"/>
              <a:t>6</a:t>
            </a:fld>
            <a:endParaRPr lang="zh-CN" altLang="en-US"/>
          </a:p>
        </p:txBody>
      </p:sp>
    </p:spTree>
    <p:extLst>
      <p:ext uri="{BB962C8B-B14F-4D97-AF65-F5344CB8AC3E}">
        <p14:creationId xmlns:p14="http://schemas.microsoft.com/office/powerpoint/2010/main" val="1270137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zh-CN" sz="1800" kern="100" dirty="0">
                <a:effectLst/>
                <a:latin typeface="Times New Roman" panose="02020603050405020304" pitchFamily="18" charset="0"/>
                <a:ea typeface="等线" panose="02010600030101010101" pitchFamily="2" charset="-122"/>
              </a:rPr>
              <a:t>为了用严谨的科学语言来定义水流的缓急，有这样一位水利工程师引入了“微波传播”的概念来判断水流的缓急。想象一下，向平静的湖面投入一颗石子，会产生向四周扩散的微波。不同水流流速条件下，这个微波的扩散形态就会有不同的表现，</a:t>
            </a:r>
            <a:r>
              <a:rPr lang="zh-CN" altLang="en-US" sz="1800" kern="100" dirty="0">
                <a:effectLst/>
                <a:latin typeface="Times New Roman" panose="02020603050405020304" pitchFamily="18" charset="0"/>
                <a:ea typeface="等线" panose="02010600030101010101" pitchFamily="2" charset="-122"/>
              </a:rPr>
              <a:t>呢么就可以</a:t>
            </a:r>
            <a:r>
              <a:rPr lang="zh-CN" altLang="zh-CN" sz="1800" kern="100" dirty="0">
                <a:effectLst/>
                <a:latin typeface="Times New Roman" panose="02020603050405020304" pitchFamily="18" charset="0"/>
                <a:ea typeface="等线" panose="02010600030101010101" pitchFamily="2" charset="-122"/>
              </a:rPr>
              <a:t>利用微波的扩散表现来判断这个水流的缓急程度。</a:t>
            </a:r>
          </a:p>
        </p:txBody>
      </p:sp>
      <p:sp>
        <p:nvSpPr>
          <p:cNvPr id="4" name="灯片编号占位符 3"/>
          <p:cNvSpPr>
            <a:spLocks noGrp="1"/>
          </p:cNvSpPr>
          <p:nvPr>
            <p:ph type="sldNum" sz="quarter" idx="5"/>
          </p:nvPr>
        </p:nvSpPr>
        <p:spPr/>
        <p:txBody>
          <a:bodyPr/>
          <a:lstStyle/>
          <a:p>
            <a:fld id="{4A0C9C23-11B0-4179-B5BC-6DCBD29FEBE6}" type="slidenum">
              <a:rPr lang="zh-CN" altLang="en-US" smtClean="0"/>
              <a:t>7</a:t>
            </a:fld>
            <a:endParaRPr lang="zh-CN" altLang="en-US"/>
          </a:p>
        </p:txBody>
      </p:sp>
    </p:spTree>
    <p:extLst>
      <p:ext uri="{BB962C8B-B14F-4D97-AF65-F5344CB8AC3E}">
        <p14:creationId xmlns:p14="http://schemas.microsoft.com/office/powerpoint/2010/main" val="1073096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等线" panose="02010600030101010101" pitchFamily="2" charset="-122"/>
                <a:cs typeface="Times New Roman" panose="02020603050405020304" pitchFamily="18" charset="0"/>
              </a:rPr>
              <a:t>下面，咱们通过一个实验来详细看一下不同水流下这个微波的形态是什么样子。</a:t>
            </a:r>
            <a:endParaRPr kumimoji="1" lang="zh-CN" altLang="en-US" dirty="0"/>
          </a:p>
        </p:txBody>
      </p:sp>
      <p:sp>
        <p:nvSpPr>
          <p:cNvPr id="4" name="灯片编号占位符 3"/>
          <p:cNvSpPr>
            <a:spLocks noGrp="1"/>
          </p:cNvSpPr>
          <p:nvPr>
            <p:ph type="sldNum" sz="quarter" idx="5"/>
          </p:nvPr>
        </p:nvSpPr>
        <p:spPr/>
        <p:txBody>
          <a:bodyPr/>
          <a:lstStyle/>
          <a:p>
            <a:fld id="{4A0C9C23-11B0-4179-B5BC-6DCBD29FEBE6}" type="slidenum">
              <a:rPr lang="zh-CN" altLang="en-US" smtClean="0"/>
              <a:t>8</a:t>
            </a:fld>
            <a:endParaRPr lang="zh-CN" altLang="en-US"/>
          </a:p>
        </p:txBody>
      </p:sp>
    </p:spTree>
    <p:extLst>
      <p:ext uri="{BB962C8B-B14F-4D97-AF65-F5344CB8AC3E}">
        <p14:creationId xmlns:p14="http://schemas.microsoft.com/office/powerpoint/2010/main" val="29525374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等线" panose="02010600030101010101" pitchFamily="2" charset="-122"/>
                <a:cs typeface="Times New Roman" panose="02020603050405020304" pitchFamily="18" charset="0"/>
              </a:rPr>
              <a:t>依据刚才实验的不同微波形态，咱们来总结一下不同流速条件下这些微波的形态，第一，当</a:t>
            </a:r>
            <a:r>
              <a:rPr lang="zh-CN" altLang="zh-CN" sz="1800" dirty="0">
                <a:effectLst/>
                <a:ea typeface="Times New Roman" panose="02020603050405020304" pitchFamily="18" charset="0"/>
              </a:rPr>
              <a:t> </a:t>
            </a:r>
            <a:r>
              <a:rPr lang="en-US" altLang="zh-CN" sz="1800" dirty="0">
                <a:effectLst/>
                <a:ea typeface="Times New Roman" panose="02020603050405020304" pitchFamily="18" charset="0"/>
              </a:rPr>
              <a:t>v &lt; c </a:t>
            </a:r>
            <a:r>
              <a:rPr lang="zh-CN" altLang="zh-CN" sz="1800" dirty="0">
                <a:effectLst/>
                <a:latin typeface="Times New Roman" panose="02020603050405020304" pitchFamily="18" charset="0"/>
                <a:ea typeface="等线" panose="02010600030101010101" pitchFamily="2" charset="-122"/>
                <a:cs typeface="Times New Roman" panose="02020603050405020304" pitchFamily="18" charset="0"/>
              </a:rPr>
              <a:t>时，也就是水流走得比波慢，波能逆水向上传播，下游的干扰能影响上游，这就是</a:t>
            </a:r>
            <a:r>
              <a:rPr lang="zh-CN" altLang="zh-CN" sz="1800" b="1" dirty="0">
                <a:effectLst/>
                <a:latin typeface="Times New Roman" panose="02020603050405020304" pitchFamily="18" charset="0"/>
                <a:ea typeface="等线" panose="02010600030101010101" pitchFamily="2" charset="-122"/>
                <a:cs typeface="Times New Roman" panose="02020603050405020304" pitchFamily="18" charset="0"/>
              </a:rPr>
              <a:t>缓流</a:t>
            </a:r>
            <a:r>
              <a:rPr lang="zh-CN" altLang="zh-CN" sz="1800" dirty="0">
                <a:effectLst/>
                <a:latin typeface="Times New Roman" panose="02020603050405020304" pitchFamily="18" charset="0"/>
                <a:ea typeface="等线" panose="02010600030101010101" pitchFamily="2" charset="-122"/>
                <a:cs typeface="Times New Roman" panose="02020603050405020304" pitchFamily="18" charset="0"/>
              </a:rPr>
              <a:t>。</a:t>
            </a:r>
            <a:r>
              <a:rPr lang="zh-CN" altLang="zh-CN" sz="1800" dirty="0">
                <a:effectLst/>
                <a:ea typeface="Times New Roman" panose="02020603050405020304" pitchFamily="18" charset="0"/>
              </a:rPr>
              <a:t> </a:t>
            </a:r>
            <a:r>
              <a:rPr lang="zh-CN" altLang="zh-CN" sz="1800" dirty="0">
                <a:effectLst/>
                <a:latin typeface="Times New Roman" panose="02020603050405020304" pitchFamily="18" charset="0"/>
                <a:ea typeface="等线" panose="02010600030101010101" pitchFamily="2" charset="-122"/>
                <a:cs typeface="Times New Roman" panose="02020603050405020304" pitchFamily="18" charset="0"/>
              </a:rPr>
              <a:t>第二，当</a:t>
            </a:r>
            <a:r>
              <a:rPr lang="zh-CN" altLang="zh-CN" sz="1800" dirty="0">
                <a:effectLst/>
                <a:ea typeface="Times New Roman" panose="02020603050405020304" pitchFamily="18" charset="0"/>
              </a:rPr>
              <a:t> </a:t>
            </a:r>
            <a:r>
              <a:rPr lang="en-US" altLang="zh-CN" sz="1800" dirty="0">
                <a:effectLst/>
                <a:ea typeface="Times New Roman" panose="02020603050405020304" pitchFamily="18" charset="0"/>
              </a:rPr>
              <a:t>v &gt; c </a:t>
            </a:r>
            <a:r>
              <a:rPr lang="zh-CN" altLang="zh-CN" sz="1800" dirty="0">
                <a:effectLst/>
                <a:latin typeface="Times New Roman" panose="02020603050405020304" pitchFamily="18" charset="0"/>
                <a:ea typeface="等线" panose="02010600030101010101" pitchFamily="2" charset="-122"/>
                <a:cs typeface="Times New Roman" panose="02020603050405020304" pitchFamily="18" charset="0"/>
              </a:rPr>
              <a:t>时，水流走得比波快，波被水流冲向下游，无法向上传播，下游干扰无法影响上游，这就是</a:t>
            </a:r>
            <a:r>
              <a:rPr lang="zh-CN" altLang="zh-CN" sz="1800" b="1" dirty="0">
                <a:effectLst/>
                <a:latin typeface="Times New Roman" panose="02020603050405020304" pitchFamily="18" charset="0"/>
                <a:ea typeface="等线" panose="02010600030101010101" pitchFamily="2" charset="-122"/>
                <a:cs typeface="Times New Roman" panose="02020603050405020304" pitchFamily="18" charset="0"/>
              </a:rPr>
              <a:t>急流</a:t>
            </a:r>
            <a:r>
              <a:rPr lang="zh-CN" altLang="zh-CN" sz="1800" dirty="0">
                <a:effectLst/>
                <a:latin typeface="Times New Roman" panose="02020603050405020304" pitchFamily="18" charset="0"/>
                <a:ea typeface="等线" panose="02010600030101010101" pitchFamily="2" charset="-122"/>
                <a:cs typeface="Times New Roman" panose="02020603050405020304" pitchFamily="18" charset="0"/>
              </a:rPr>
              <a:t>。</a:t>
            </a:r>
            <a:r>
              <a:rPr lang="zh-CN" altLang="zh-CN" sz="1800" dirty="0">
                <a:effectLst/>
                <a:ea typeface="Times New Roman" panose="02020603050405020304" pitchFamily="18" charset="0"/>
              </a:rPr>
              <a:t> </a:t>
            </a:r>
            <a:r>
              <a:rPr lang="zh-CN" altLang="zh-CN" sz="1800" dirty="0">
                <a:effectLst/>
                <a:latin typeface="Times New Roman" panose="02020603050405020304" pitchFamily="18" charset="0"/>
                <a:ea typeface="等线" panose="02010600030101010101" pitchFamily="2" charset="-122"/>
                <a:cs typeface="Times New Roman" panose="02020603050405020304" pitchFamily="18" charset="0"/>
              </a:rPr>
              <a:t>第三，当</a:t>
            </a:r>
            <a:r>
              <a:rPr lang="zh-CN" altLang="zh-CN" sz="1800" dirty="0">
                <a:effectLst/>
                <a:ea typeface="Times New Roman" panose="02020603050405020304" pitchFamily="18" charset="0"/>
              </a:rPr>
              <a:t> </a:t>
            </a:r>
            <a:r>
              <a:rPr lang="en-US" altLang="zh-CN" sz="1800" dirty="0">
                <a:effectLst/>
                <a:ea typeface="Times New Roman" panose="02020603050405020304" pitchFamily="18" charset="0"/>
              </a:rPr>
              <a:t>v = c </a:t>
            </a:r>
            <a:r>
              <a:rPr lang="zh-CN" altLang="zh-CN" sz="1800" dirty="0">
                <a:effectLst/>
                <a:latin typeface="Times New Roman" panose="02020603050405020304" pitchFamily="18" charset="0"/>
                <a:ea typeface="等线" panose="02010600030101010101" pitchFamily="2" charset="-122"/>
                <a:cs typeface="Times New Roman" panose="02020603050405020304" pitchFamily="18" charset="0"/>
              </a:rPr>
              <a:t>时，这是一个临界状态，波速刚好抵消流速，波纹停滞在原地，这被称为</a:t>
            </a:r>
            <a:r>
              <a:rPr lang="zh-CN" altLang="zh-CN" sz="1800" b="1" dirty="0">
                <a:effectLst/>
                <a:latin typeface="Times New Roman" panose="02020603050405020304" pitchFamily="18" charset="0"/>
                <a:ea typeface="等线" panose="02010600030101010101" pitchFamily="2" charset="-122"/>
                <a:cs typeface="Times New Roman" panose="02020603050405020304" pitchFamily="18" charset="0"/>
              </a:rPr>
              <a:t>临界流</a:t>
            </a:r>
            <a:r>
              <a:rPr lang="zh-CN" altLang="zh-CN" sz="1800" dirty="0">
                <a:effectLst/>
                <a:latin typeface="Times New Roman" panose="02020603050405020304" pitchFamily="18" charset="0"/>
                <a:ea typeface="等线" panose="02010600030101010101" pitchFamily="2" charset="-122"/>
                <a:cs typeface="Times New Roman" panose="02020603050405020304" pitchFamily="18" charset="0"/>
              </a:rPr>
              <a:t>。</a:t>
            </a:r>
            <a:endParaRPr kumimoji="1" lang="zh-CN" altLang="en-US" dirty="0"/>
          </a:p>
        </p:txBody>
      </p:sp>
      <p:sp>
        <p:nvSpPr>
          <p:cNvPr id="4" name="灯片编号占位符 3"/>
          <p:cNvSpPr>
            <a:spLocks noGrp="1"/>
          </p:cNvSpPr>
          <p:nvPr>
            <p:ph type="sldNum" sz="quarter" idx="5"/>
          </p:nvPr>
        </p:nvSpPr>
        <p:spPr/>
        <p:txBody>
          <a:bodyPr/>
          <a:lstStyle/>
          <a:p>
            <a:fld id="{4A0C9C23-11B0-4179-B5BC-6DCBD29FEBE6}" type="slidenum">
              <a:rPr lang="zh-CN" altLang="en-US" smtClean="0"/>
              <a:t>9</a:t>
            </a:fld>
            <a:endParaRPr lang="zh-CN" altLang="en-US"/>
          </a:p>
        </p:txBody>
      </p:sp>
    </p:spTree>
    <p:extLst>
      <p:ext uri="{BB962C8B-B14F-4D97-AF65-F5344CB8AC3E}">
        <p14:creationId xmlns:p14="http://schemas.microsoft.com/office/powerpoint/2010/main" val="40275842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幻灯片图像占位符 1"/>
          <p:cNvSpPr>
            <a:spLocks noGrp="1" noRot="1" noChangeAspect="1"/>
          </p:cNvSpPr>
          <p:nvPr>
            <p:ph type="sldImg"/>
          </p:nvPr>
        </p:nvSpPr>
        <p:spPr/>
        <p:txBody>
          <a:bodyPr/>
          <a:lstStyle/>
          <a:p>
            <a:endParaRPr/>
          </a:p>
        </p:txBody>
      </p:sp>
      <p:sp>
        <p:nvSpPr>
          <p:cNvPr id="31" name="备注占位符 2"/>
          <p:cNvSpPr>
            <a:spLocks noGrp="1"/>
          </p:cNvSpPr>
          <p:nvPr>
            <p:ph type="body" idx="1"/>
          </p:nvPr>
        </p:nvSpPr>
        <p:spPr/>
        <p:txBody>
          <a:bodyPr/>
          <a:lstStyle/>
          <a:p>
            <a:r>
              <a:rPr lang="zh-CN" altLang="zh-CN" sz="1800" dirty="0">
                <a:effectLst/>
                <a:latin typeface="Times New Roman" panose="02020603050405020304" pitchFamily="18" charset="0"/>
                <a:ea typeface="等线" panose="02010600030101010101" pitchFamily="2" charset="-122"/>
                <a:cs typeface="Times New Roman" panose="02020603050405020304" pitchFamily="18" charset="0"/>
              </a:rPr>
              <a:t>依据刚才实验的不同微波形态，咱们来总结一下不同流速条件下这些微波的形态，第一，当</a:t>
            </a:r>
            <a:r>
              <a:rPr lang="zh-CN" altLang="zh-CN" sz="1800" dirty="0">
                <a:effectLst/>
                <a:ea typeface="Times New Roman" panose="02020603050405020304" pitchFamily="18" charset="0"/>
              </a:rPr>
              <a:t> </a:t>
            </a:r>
            <a:r>
              <a:rPr lang="en-US" altLang="zh-CN" sz="1800" dirty="0">
                <a:effectLst/>
                <a:ea typeface="Times New Roman" panose="02020603050405020304" pitchFamily="18" charset="0"/>
              </a:rPr>
              <a:t>v &lt; c </a:t>
            </a:r>
            <a:r>
              <a:rPr lang="zh-CN" altLang="zh-CN" sz="1800" dirty="0">
                <a:effectLst/>
                <a:latin typeface="Times New Roman" panose="02020603050405020304" pitchFamily="18" charset="0"/>
                <a:ea typeface="等线" panose="02010600030101010101" pitchFamily="2" charset="-122"/>
                <a:cs typeface="Times New Roman" panose="02020603050405020304" pitchFamily="18" charset="0"/>
              </a:rPr>
              <a:t>时，也就是水流走得比波慢，波能逆水向上传播，下游的干扰能影响上游，这就是</a:t>
            </a:r>
            <a:r>
              <a:rPr lang="zh-CN" altLang="zh-CN" sz="1800" b="1" dirty="0">
                <a:effectLst/>
                <a:latin typeface="Times New Roman" panose="02020603050405020304" pitchFamily="18" charset="0"/>
                <a:ea typeface="等线" panose="02010600030101010101" pitchFamily="2" charset="-122"/>
                <a:cs typeface="Times New Roman" panose="02020603050405020304" pitchFamily="18" charset="0"/>
              </a:rPr>
              <a:t>缓流</a:t>
            </a:r>
            <a:r>
              <a:rPr lang="zh-CN" altLang="zh-CN" sz="1800" dirty="0">
                <a:effectLst/>
                <a:latin typeface="Times New Roman" panose="02020603050405020304" pitchFamily="18" charset="0"/>
                <a:ea typeface="等线" panose="02010600030101010101" pitchFamily="2" charset="-122"/>
                <a:cs typeface="Times New Roman" panose="02020603050405020304" pitchFamily="18" charset="0"/>
              </a:rPr>
              <a:t>。</a:t>
            </a:r>
            <a:r>
              <a:rPr lang="zh-CN" altLang="zh-CN" sz="1800" dirty="0">
                <a:effectLst/>
                <a:ea typeface="Times New Roman" panose="02020603050405020304" pitchFamily="18" charset="0"/>
              </a:rPr>
              <a:t> </a:t>
            </a:r>
            <a:r>
              <a:rPr lang="zh-CN" altLang="zh-CN" sz="1800" dirty="0">
                <a:effectLst/>
                <a:latin typeface="Times New Roman" panose="02020603050405020304" pitchFamily="18" charset="0"/>
                <a:ea typeface="等线" panose="02010600030101010101" pitchFamily="2" charset="-122"/>
                <a:cs typeface="Times New Roman" panose="02020603050405020304" pitchFamily="18" charset="0"/>
              </a:rPr>
              <a:t>第二，当</a:t>
            </a:r>
            <a:r>
              <a:rPr lang="zh-CN" altLang="zh-CN" sz="1800" dirty="0">
                <a:effectLst/>
                <a:ea typeface="Times New Roman" panose="02020603050405020304" pitchFamily="18" charset="0"/>
              </a:rPr>
              <a:t> </a:t>
            </a:r>
            <a:r>
              <a:rPr lang="en-US" altLang="zh-CN" sz="1800" dirty="0">
                <a:effectLst/>
                <a:ea typeface="Times New Roman" panose="02020603050405020304" pitchFamily="18" charset="0"/>
              </a:rPr>
              <a:t>v &gt; c </a:t>
            </a:r>
            <a:r>
              <a:rPr lang="zh-CN" altLang="zh-CN" sz="1800" dirty="0">
                <a:effectLst/>
                <a:latin typeface="Times New Roman" panose="02020603050405020304" pitchFamily="18" charset="0"/>
                <a:ea typeface="等线" panose="02010600030101010101" pitchFamily="2" charset="-122"/>
                <a:cs typeface="Times New Roman" panose="02020603050405020304" pitchFamily="18" charset="0"/>
              </a:rPr>
              <a:t>时，水流走得比波快，波被水流冲向下游，无法向上传播，下游干扰无法影响上游，这就是</a:t>
            </a:r>
            <a:r>
              <a:rPr lang="zh-CN" altLang="zh-CN" sz="1800" b="1" dirty="0">
                <a:effectLst/>
                <a:latin typeface="Times New Roman" panose="02020603050405020304" pitchFamily="18" charset="0"/>
                <a:ea typeface="等线" panose="02010600030101010101" pitchFamily="2" charset="-122"/>
                <a:cs typeface="Times New Roman" panose="02020603050405020304" pitchFamily="18" charset="0"/>
              </a:rPr>
              <a:t>急流</a:t>
            </a:r>
            <a:r>
              <a:rPr lang="zh-CN" altLang="zh-CN" sz="1800" dirty="0">
                <a:effectLst/>
                <a:latin typeface="Times New Roman" panose="02020603050405020304" pitchFamily="18" charset="0"/>
                <a:ea typeface="等线" panose="02010600030101010101" pitchFamily="2" charset="-122"/>
                <a:cs typeface="Times New Roman" panose="02020603050405020304" pitchFamily="18" charset="0"/>
              </a:rPr>
              <a:t>。</a:t>
            </a:r>
            <a:r>
              <a:rPr lang="zh-CN" altLang="zh-CN" sz="1800" dirty="0">
                <a:effectLst/>
                <a:ea typeface="Times New Roman" panose="02020603050405020304" pitchFamily="18" charset="0"/>
              </a:rPr>
              <a:t> </a:t>
            </a:r>
            <a:r>
              <a:rPr lang="zh-CN" altLang="zh-CN" sz="1800" dirty="0">
                <a:effectLst/>
                <a:latin typeface="Times New Roman" panose="02020603050405020304" pitchFamily="18" charset="0"/>
                <a:ea typeface="等线" panose="02010600030101010101" pitchFamily="2" charset="-122"/>
                <a:cs typeface="Times New Roman" panose="02020603050405020304" pitchFamily="18" charset="0"/>
              </a:rPr>
              <a:t>第三，当</a:t>
            </a:r>
            <a:r>
              <a:rPr lang="zh-CN" altLang="zh-CN" sz="1800" dirty="0">
                <a:effectLst/>
                <a:ea typeface="Times New Roman" panose="02020603050405020304" pitchFamily="18" charset="0"/>
              </a:rPr>
              <a:t> </a:t>
            </a:r>
            <a:r>
              <a:rPr lang="en-US" altLang="zh-CN" sz="1800" dirty="0">
                <a:effectLst/>
                <a:ea typeface="Times New Roman" panose="02020603050405020304" pitchFamily="18" charset="0"/>
              </a:rPr>
              <a:t>v = c </a:t>
            </a:r>
            <a:r>
              <a:rPr lang="zh-CN" altLang="zh-CN" sz="1800" dirty="0">
                <a:effectLst/>
                <a:latin typeface="Times New Roman" panose="02020603050405020304" pitchFamily="18" charset="0"/>
                <a:ea typeface="等线" panose="02010600030101010101" pitchFamily="2" charset="-122"/>
                <a:cs typeface="Times New Roman" panose="02020603050405020304" pitchFamily="18" charset="0"/>
              </a:rPr>
              <a:t>时，这是一个临界状态，波速刚好抵消流速，波纹停滞在原地，这被称为</a:t>
            </a:r>
            <a:r>
              <a:rPr lang="zh-CN" altLang="zh-CN" sz="1800" b="1" dirty="0">
                <a:effectLst/>
                <a:latin typeface="Times New Roman" panose="02020603050405020304" pitchFamily="18" charset="0"/>
                <a:ea typeface="等线" panose="02010600030101010101" pitchFamily="2" charset="-122"/>
                <a:cs typeface="Times New Roman" panose="02020603050405020304" pitchFamily="18" charset="0"/>
              </a:rPr>
              <a:t>临界流</a:t>
            </a:r>
            <a:r>
              <a:rPr lang="zh-CN" altLang="zh-CN" sz="1800" dirty="0">
                <a:effectLst/>
                <a:latin typeface="Times New Roman" panose="02020603050405020304" pitchFamily="18" charset="0"/>
                <a:ea typeface="等线" panose="02010600030101010101" pitchFamily="2" charset="-122"/>
                <a:cs typeface="Times New Roman" panose="02020603050405020304" pitchFamily="18" charset="0"/>
              </a:rPr>
              <a:t>。</a:t>
            </a:r>
            <a:endParaRPr kumimoji="1" lang="zh-CN" altLang="en-US" dirty="0"/>
          </a:p>
        </p:txBody>
      </p:sp>
      <p:sp>
        <p:nvSpPr>
          <p:cNvPr id="32" name="灯片编号占位符 3"/>
          <p:cNvSpPr>
            <a:spLocks noGrp="1"/>
          </p:cNvSpPr>
          <p:nvPr>
            <p:ph type="sldNum" sz="quarter" idx="5"/>
          </p:nvPr>
        </p:nvSpPr>
        <p:spPr/>
        <p:txBody>
          <a:bodyPr/>
          <a:lstStyle/>
          <a:p>
            <a:fld id="{4A0C9C23-11B0-4179-B5BC-6DCBD29FEBE6}" type="slidenum">
              <a:rPr lang="zh-CN" altLang="en-US" smtClean="0"/>
              <a:t>12</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65BEA-5DDC-F6F5-0A3A-EDE7E169D61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D39ACD8-A57B-A6E7-C5BB-E6AE22C19E0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93E7D30-3D58-5B27-56F1-873CB6A96045}"/>
              </a:ext>
            </a:extLst>
          </p:cNvPr>
          <p:cNvSpPr>
            <a:spLocks noGrp="1"/>
          </p:cNvSpPr>
          <p:nvPr>
            <p:ph type="body" idx="1"/>
          </p:nvPr>
        </p:nvSpPr>
        <p:spPr/>
        <p:txBody>
          <a:bodyPr/>
          <a:lstStyle/>
          <a:p>
            <a:r>
              <a:rPr lang="zh-CN" altLang="en-US" dirty="0"/>
              <a:t>最后，给大家留一道课堂思考题： 某矩形断面渠道，单宽流量 </a:t>
            </a:r>
            <a:r>
              <a:rPr lang="en-US" altLang="zh-CN" dirty="0">
                <a:effectLst/>
                <a:latin typeface="Google Sans Text"/>
              </a:rPr>
              <a:t>q = 5 m^3/(s \</a:t>
            </a:r>
            <a:r>
              <a:rPr lang="en-US" altLang="zh-CN" dirty="0" err="1">
                <a:effectLst/>
                <a:latin typeface="Google Sans Text"/>
              </a:rPr>
              <a:t>cdot</a:t>
            </a:r>
            <a:r>
              <a:rPr lang="en-US" altLang="zh-CN" dirty="0">
                <a:effectLst/>
                <a:latin typeface="Google Sans Text"/>
              </a:rPr>
              <a:t> m)$</a:t>
            </a:r>
            <a:r>
              <a:rPr lang="zh-CN" altLang="en-US" dirty="0"/>
              <a:t>，水深 </a:t>
            </a:r>
            <a:r>
              <a:rPr lang="en-US" altLang="zh-CN" dirty="0">
                <a:effectLst/>
                <a:latin typeface="Google Sans Text"/>
              </a:rPr>
              <a:t>h = 2.5 m</a:t>
            </a:r>
            <a:r>
              <a:rPr lang="zh-CN" altLang="en-US" dirty="0"/>
              <a:t>。 请大家运用波速法，判断此时水流的流态。</a:t>
            </a:r>
            <a:endParaRPr kumimoji="1" lang="zh-CN" altLang="en-US" dirty="0"/>
          </a:p>
        </p:txBody>
      </p:sp>
      <p:sp>
        <p:nvSpPr>
          <p:cNvPr id="4" name="灯片编号占位符 3">
            <a:extLst>
              <a:ext uri="{FF2B5EF4-FFF2-40B4-BE49-F238E27FC236}">
                <a16:creationId xmlns:a16="http://schemas.microsoft.com/office/drawing/2014/main" id="{BC6A412D-18EC-08EF-C80C-DA5F4E4E976B}"/>
              </a:ext>
            </a:extLst>
          </p:cNvPr>
          <p:cNvSpPr>
            <a:spLocks noGrp="1"/>
          </p:cNvSpPr>
          <p:nvPr>
            <p:ph type="sldNum" sz="quarter" idx="5"/>
          </p:nvPr>
        </p:nvSpPr>
        <p:spPr/>
        <p:txBody>
          <a:bodyPr/>
          <a:lstStyle/>
          <a:p>
            <a:fld id="{4A0C9C23-11B0-4179-B5BC-6DCBD29FEBE6}" type="slidenum">
              <a:rPr lang="zh-CN" altLang="en-US" smtClean="0"/>
              <a:t>13</a:t>
            </a:fld>
            <a:endParaRPr lang="zh-CN" altLang="en-US"/>
          </a:p>
        </p:txBody>
      </p:sp>
    </p:spTree>
    <p:extLst>
      <p:ext uri="{BB962C8B-B14F-4D97-AF65-F5344CB8AC3E}">
        <p14:creationId xmlns:p14="http://schemas.microsoft.com/office/powerpoint/2010/main" val="13027349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71741-BB14-A455-A722-1BD1BEAD91F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E571D19-6C48-430B-C935-9CF23FDEAA23}"/>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69651719-4803-D86C-AC68-1D9E62296829}"/>
              </a:ext>
            </a:extLst>
          </p:cNvPr>
          <p:cNvSpPr>
            <a:spLocks noGrp="1"/>
          </p:cNvSpPr>
          <p:nvPr>
            <p:ph type="body" idx="3"/>
          </p:nvPr>
        </p:nvSpPr>
        <p:spPr/>
        <p:txBody>
          <a:bodyPr/>
          <a:lstStyle/>
          <a:p>
            <a:r>
              <a:rPr lang="zh-CN" altLang="en-US" dirty="0"/>
              <a:t>以上就是我今天试讲的全部内容，感谢各位专家的聆听与指导，请多多批评指正！</a:t>
            </a:r>
          </a:p>
        </p:txBody>
      </p:sp>
    </p:spTree>
    <p:extLst>
      <p:ext uri="{BB962C8B-B14F-4D97-AF65-F5344CB8AC3E}">
        <p14:creationId xmlns:p14="http://schemas.microsoft.com/office/powerpoint/2010/main" val="39341467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2026/10/12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2026/10/12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2026/10/12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2026/10/12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t>2026/10/12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2026/10/12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t>2026/10/12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2026/10/12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2026/10/12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2026/10/12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D1F6A4ED-B612-40EC-8E90-83F3009E2301}" type="datetimeFigureOut">
              <a:rPr lang="zh-CN" altLang="en-US" smtClean="0"/>
              <a:t>2026/10/12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8FB5A18-D654-4759-B2EC-A7793F083C46}" type="slidenum">
              <a:rPr lang="zh-CN" altLang="en-US" smtClean="0"/>
              <a:t>‹#›</a:t>
            </a:fld>
            <a:endParaRPr lang="zh-CN" altLang="en-US"/>
          </a:p>
        </p:txBody>
      </p:sp>
    </p:spTree>
    <p:extLst>
      <p:ext uri="{BB962C8B-B14F-4D97-AF65-F5344CB8AC3E}">
        <p14:creationId xmlns:p14="http://schemas.microsoft.com/office/powerpoint/2010/main" val="2688179084"/>
      </p:ext>
    </p:extLst>
  </p:cSld>
  <p:clrMapOvr>
    <a:masterClrMapping/>
  </p:clrMapOvr>
  <mc:AlternateContent xmlns:mc="http://schemas.openxmlformats.org/markup-compatibility/2006" xmlns:p14="http://schemas.microsoft.com/office/powerpoint/2010/main">
    <mc:Choice Requires="p14">
      <p:transition spd="slow" p14:dur="1250" advTm="0"/>
    </mc:Choice>
    <mc:Fallback xmlns="">
      <p:transition spd="slow" advTm="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1F6A4ED-B612-40EC-8E90-83F3009E2301}" type="datetimeFigureOut">
              <a:rPr lang="zh-CN" altLang="en-US" smtClean="0"/>
              <a:t>2026/10/12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8FB5A18-D654-4759-B2EC-A7793F083C46}" type="slidenum">
              <a:rPr lang="zh-CN" altLang="en-US" smtClean="0"/>
              <a:t>‹#›</a:t>
            </a:fld>
            <a:endParaRPr lang="zh-CN" altLang="en-US"/>
          </a:p>
        </p:txBody>
      </p:sp>
    </p:spTree>
    <p:extLst>
      <p:ext uri="{BB962C8B-B14F-4D97-AF65-F5344CB8AC3E}">
        <p14:creationId xmlns:p14="http://schemas.microsoft.com/office/powerpoint/2010/main" val="320448904"/>
      </p:ext>
    </p:extLst>
  </p:cSld>
  <p:clrMapOvr>
    <a:masterClrMapping/>
  </p:clrMapOvr>
  <mc:AlternateContent xmlns:mc="http://schemas.openxmlformats.org/markup-compatibility/2006" xmlns:p14="http://schemas.microsoft.com/office/powerpoint/2010/main">
    <mc:Choice Requires="p14">
      <p:transition spd="slow" p14:dur="1250" advTm="0"/>
    </mc:Choice>
    <mc:Fallback xmlns="">
      <p:transition spd="slow" advTm="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1F6A4ED-B612-40EC-8E90-83F3009E2301}" type="datetimeFigureOut">
              <a:rPr lang="zh-CN" altLang="en-US" smtClean="0"/>
              <a:t>2026/10/12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8FB5A18-D654-4759-B2EC-A7793F083C46}" type="slidenum">
              <a:rPr lang="zh-CN" altLang="en-US" smtClean="0"/>
              <a:t>‹#›</a:t>
            </a:fld>
            <a:endParaRPr lang="zh-CN" altLang="en-US"/>
          </a:p>
        </p:txBody>
      </p:sp>
    </p:spTree>
    <p:extLst>
      <p:ext uri="{BB962C8B-B14F-4D97-AF65-F5344CB8AC3E}">
        <p14:creationId xmlns:p14="http://schemas.microsoft.com/office/powerpoint/2010/main" val="1727166432"/>
      </p:ext>
    </p:extLst>
  </p:cSld>
  <p:clrMapOvr>
    <a:masterClrMapping/>
  </p:clrMapOvr>
  <mc:AlternateContent xmlns:mc="http://schemas.openxmlformats.org/markup-compatibility/2006" xmlns:p14="http://schemas.microsoft.com/office/powerpoint/2010/main">
    <mc:Choice Requires="p14">
      <p:transition spd="slow" p14:dur="1250" advTm="0"/>
    </mc:Choice>
    <mc:Fallback xmlns="">
      <p:transition spd="slow" advTm="0"/>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9"/>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9"/>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D1F6A4ED-B612-40EC-8E90-83F3009E2301}" type="datetimeFigureOut">
              <a:rPr lang="zh-CN" altLang="en-US" smtClean="0"/>
              <a:t>2026/10/12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8FB5A18-D654-4759-B2EC-A7793F083C46}" type="slidenum">
              <a:rPr lang="zh-CN" altLang="en-US" smtClean="0"/>
              <a:t>‹#›</a:t>
            </a:fld>
            <a:endParaRPr lang="zh-CN" altLang="en-US"/>
          </a:p>
        </p:txBody>
      </p:sp>
    </p:spTree>
    <p:extLst>
      <p:ext uri="{BB962C8B-B14F-4D97-AF65-F5344CB8AC3E}">
        <p14:creationId xmlns:p14="http://schemas.microsoft.com/office/powerpoint/2010/main" val="2765230772"/>
      </p:ext>
    </p:extLst>
  </p:cSld>
  <p:clrMapOvr>
    <a:masterClrMapping/>
  </p:clrMapOvr>
  <mc:AlternateContent xmlns:mc="http://schemas.openxmlformats.org/markup-compatibility/2006" xmlns:p14="http://schemas.microsoft.com/office/powerpoint/2010/main">
    <mc:Choice Requires="p14">
      <p:transition spd="slow" p14:dur="1250" advTm="0"/>
    </mc:Choice>
    <mc:Fallback xmlns="">
      <p:transition spd="slow" advTm="0"/>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1"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D1F6A4ED-B612-40EC-8E90-83F3009E2301}" type="datetimeFigureOut">
              <a:rPr lang="zh-CN" altLang="en-US" smtClean="0"/>
              <a:t>2026/10/12</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C8FB5A18-D654-4759-B2EC-A7793F083C46}" type="slidenum">
              <a:rPr lang="zh-CN" altLang="en-US" smtClean="0"/>
              <a:t>‹#›</a:t>
            </a:fld>
            <a:endParaRPr lang="zh-CN" altLang="en-US"/>
          </a:p>
        </p:txBody>
      </p:sp>
    </p:spTree>
    <p:extLst>
      <p:ext uri="{BB962C8B-B14F-4D97-AF65-F5344CB8AC3E}">
        <p14:creationId xmlns:p14="http://schemas.microsoft.com/office/powerpoint/2010/main" val="527572875"/>
      </p:ext>
    </p:extLst>
  </p:cSld>
  <p:clrMapOvr>
    <a:masterClrMapping/>
  </p:clrMapOvr>
  <mc:AlternateContent xmlns:mc="http://schemas.openxmlformats.org/markup-compatibility/2006" xmlns:p14="http://schemas.microsoft.com/office/powerpoint/2010/main">
    <mc:Choice Requires="p14">
      <p:transition spd="slow" p14:dur="1250" advTm="0"/>
    </mc:Choice>
    <mc:Fallback xmlns="">
      <p:transition spd="slow" advTm="0"/>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D1F6A4ED-B612-40EC-8E90-83F3009E2301}" type="datetimeFigureOut">
              <a:rPr lang="zh-CN" altLang="en-US" smtClean="0"/>
              <a:t>2026/10/12</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C8FB5A18-D654-4759-B2EC-A7793F083C46}" type="slidenum">
              <a:rPr lang="zh-CN" altLang="en-US" smtClean="0"/>
              <a:t>‹#›</a:t>
            </a:fld>
            <a:endParaRPr lang="zh-CN" altLang="en-US"/>
          </a:p>
        </p:txBody>
      </p:sp>
    </p:spTree>
    <p:extLst>
      <p:ext uri="{BB962C8B-B14F-4D97-AF65-F5344CB8AC3E}">
        <p14:creationId xmlns:p14="http://schemas.microsoft.com/office/powerpoint/2010/main" val="4240834639"/>
      </p:ext>
    </p:extLst>
  </p:cSld>
  <p:clrMapOvr>
    <a:masterClrMapping/>
  </p:clrMapOvr>
  <mc:AlternateContent xmlns:mc="http://schemas.openxmlformats.org/markup-compatibility/2006" xmlns:p14="http://schemas.microsoft.com/office/powerpoint/2010/main">
    <mc:Choice Requires="p14">
      <p:transition spd="slow" p14:dur="1250" advTm="0"/>
    </mc:Choice>
    <mc:Fallback xmlns="">
      <p:transition spd="slow" advTm="0"/>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F6A4ED-B612-40EC-8E90-83F3009E2301}" type="datetimeFigureOut">
              <a:rPr lang="zh-CN" altLang="en-US" smtClean="0"/>
              <a:t>2026/10/12</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C8FB5A18-D654-4759-B2EC-A7793F083C46}" type="slidenum">
              <a:rPr lang="zh-CN" altLang="en-US" smtClean="0"/>
              <a:t>‹#›</a:t>
            </a:fld>
            <a:endParaRPr lang="zh-CN" altLang="en-US"/>
          </a:p>
        </p:txBody>
      </p:sp>
    </p:spTree>
    <p:extLst>
      <p:ext uri="{BB962C8B-B14F-4D97-AF65-F5344CB8AC3E}">
        <p14:creationId xmlns:p14="http://schemas.microsoft.com/office/powerpoint/2010/main" val="3568924039"/>
      </p:ext>
    </p:extLst>
  </p:cSld>
  <p:clrMapOvr>
    <a:masterClrMapping/>
  </p:clrMapOvr>
  <mc:AlternateContent xmlns:mc="http://schemas.openxmlformats.org/markup-compatibility/2006" xmlns:p14="http://schemas.microsoft.com/office/powerpoint/2010/main">
    <mc:Choice Requires="p14">
      <p:transition spd="slow" p14:dur="1250" advTm="0"/>
    </mc:Choice>
    <mc:Fallback xmlns="">
      <p:transition spd="slow" advTm="0"/>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D1F6A4ED-B612-40EC-8E90-83F3009E2301}" type="datetimeFigureOut">
              <a:rPr lang="zh-CN" altLang="en-US" smtClean="0"/>
              <a:t>2026/10/12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8FB5A18-D654-4759-B2EC-A7793F083C46}" type="slidenum">
              <a:rPr lang="zh-CN" altLang="en-US" smtClean="0"/>
              <a:t>‹#›</a:t>
            </a:fld>
            <a:endParaRPr lang="zh-CN" altLang="en-US"/>
          </a:p>
        </p:txBody>
      </p:sp>
    </p:spTree>
    <p:extLst>
      <p:ext uri="{BB962C8B-B14F-4D97-AF65-F5344CB8AC3E}">
        <p14:creationId xmlns:p14="http://schemas.microsoft.com/office/powerpoint/2010/main" val="3462223902"/>
      </p:ext>
    </p:extLst>
  </p:cSld>
  <p:clrMapOvr>
    <a:masterClrMapping/>
  </p:clrMapOvr>
  <mc:AlternateContent xmlns:mc="http://schemas.openxmlformats.org/markup-compatibility/2006" xmlns:p14="http://schemas.microsoft.com/office/powerpoint/2010/main">
    <mc:Choice Requires="p14">
      <p:transition spd="slow" p14:dur="1250" advTm="0"/>
    </mc:Choice>
    <mc:Fallback xmlns="">
      <p:transition spd="slow" advTm="0"/>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D1F6A4ED-B612-40EC-8E90-83F3009E2301}" type="datetimeFigureOut">
              <a:rPr lang="zh-CN" altLang="en-US" smtClean="0"/>
              <a:t>2026/10/12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8FB5A18-D654-4759-B2EC-A7793F083C46}" type="slidenum">
              <a:rPr lang="zh-CN" altLang="en-US" smtClean="0"/>
              <a:t>‹#›</a:t>
            </a:fld>
            <a:endParaRPr lang="zh-CN" altLang="en-US"/>
          </a:p>
        </p:txBody>
      </p:sp>
    </p:spTree>
    <p:extLst>
      <p:ext uri="{BB962C8B-B14F-4D97-AF65-F5344CB8AC3E}">
        <p14:creationId xmlns:p14="http://schemas.microsoft.com/office/powerpoint/2010/main" val="4043972276"/>
      </p:ext>
    </p:extLst>
  </p:cSld>
  <p:clrMapOvr>
    <a:masterClrMapping/>
  </p:clrMapOvr>
  <mc:AlternateContent xmlns:mc="http://schemas.openxmlformats.org/markup-compatibility/2006" xmlns:p14="http://schemas.microsoft.com/office/powerpoint/2010/main">
    <mc:Choice Requires="p14">
      <p:transition spd="slow" p14:dur="1250" advTm="0"/>
    </mc:Choice>
    <mc:Fallback xmlns="">
      <p:transition spd="slow" advTm="0"/>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1F6A4ED-B612-40EC-8E90-83F3009E2301}" type="datetimeFigureOut">
              <a:rPr lang="zh-CN" altLang="en-US" smtClean="0"/>
              <a:t>2026/10/12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8FB5A18-D654-4759-B2EC-A7793F083C46}" type="slidenum">
              <a:rPr lang="zh-CN" altLang="en-US" smtClean="0"/>
              <a:t>‹#›</a:t>
            </a:fld>
            <a:endParaRPr lang="zh-CN" altLang="en-US"/>
          </a:p>
        </p:txBody>
      </p:sp>
    </p:spTree>
    <p:extLst>
      <p:ext uri="{BB962C8B-B14F-4D97-AF65-F5344CB8AC3E}">
        <p14:creationId xmlns:p14="http://schemas.microsoft.com/office/powerpoint/2010/main" val="3025271439"/>
      </p:ext>
    </p:extLst>
  </p:cSld>
  <p:clrMapOvr>
    <a:masterClrMapping/>
  </p:clrMapOvr>
  <mc:AlternateContent xmlns:mc="http://schemas.openxmlformats.org/markup-compatibility/2006" xmlns:p14="http://schemas.microsoft.com/office/powerpoint/2010/main">
    <mc:Choice Requires="p14">
      <p:transition spd="slow" p14:dur="1250" advTm="0"/>
    </mc:Choice>
    <mc:Fallback xmlns="">
      <p:transition spd="slow" advTm="0"/>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1F6A4ED-B612-40EC-8E90-83F3009E2301}" type="datetimeFigureOut">
              <a:rPr lang="zh-CN" altLang="en-US" smtClean="0"/>
              <a:t>2026/10/12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8FB5A18-D654-4759-B2EC-A7793F083C46}" type="slidenum">
              <a:rPr lang="zh-CN" altLang="en-US" smtClean="0"/>
              <a:t>‹#›</a:t>
            </a:fld>
            <a:endParaRPr lang="zh-CN" altLang="en-US"/>
          </a:p>
        </p:txBody>
      </p:sp>
    </p:spTree>
    <p:extLst>
      <p:ext uri="{BB962C8B-B14F-4D97-AF65-F5344CB8AC3E}">
        <p14:creationId xmlns:p14="http://schemas.microsoft.com/office/powerpoint/2010/main" val="744631168"/>
      </p:ext>
    </p:extLst>
  </p:cSld>
  <p:clrMapOvr>
    <a:masterClrMapping/>
  </p:clrMapOvr>
  <mc:AlternateContent xmlns:mc="http://schemas.openxmlformats.org/markup-compatibility/2006" xmlns:p14="http://schemas.microsoft.com/office/powerpoint/2010/main">
    <mc:Choice Requires="p14">
      <p:transition spd="slow" p14:dur="1250" advTm="0"/>
    </mc:Choice>
    <mc:Fallback xmlns="">
      <p:transition spd="slow" advTm="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image" Target="../media/image1.jpeg"/><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t>2026/10/12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F6A4ED-B612-40EC-8E90-83F3009E2301}" type="datetimeFigureOut">
              <a:rPr lang="zh-CN" altLang="en-US" smtClean="0"/>
              <a:t>2026/10/12</a:t>
            </a:fld>
            <a:endParaRPr lang="zh-CN" altLang="en-US"/>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FB5A18-D654-4759-B2EC-A7793F083C46}" type="slidenum">
              <a:rPr lang="zh-CN" altLang="en-US" smtClean="0"/>
              <a:t>‹#›</a:t>
            </a:fld>
            <a:endParaRPr lang="zh-CN" altLang="en-US"/>
          </a:p>
        </p:txBody>
      </p:sp>
    </p:spTree>
    <p:extLst>
      <p:ext uri="{BB962C8B-B14F-4D97-AF65-F5344CB8AC3E}">
        <p14:creationId xmlns:p14="http://schemas.microsoft.com/office/powerpoint/2010/main" val="3946759470"/>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mc:AlternateContent xmlns:mc="http://schemas.openxmlformats.org/markup-compatibility/2006" xmlns:p14="http://schemas.microsoft.com/office/powerpoint/2010/main">
    <mc:Choice Requires="p14">
      <p:transition spd="slow" p14:dur="1250" advTm="0"/>
    </mc:Choice>
    <mc:Fallback xmlns="">
      <p:transition spd="slow" advTm="0"/>
    </mc:Fallback>
  </mc:AlternateConten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4.png"/><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png"/><Relationship Id="rId9"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jpe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notesSlide" Target="../notesSlides/notesSlide4.xml"/><Relationship Id="rId7" Type="http://schemas.openxmlformats.org/officeDocument/2006/relationships/image" Target="../media/image19.png"/><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7.pn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notesSlide" Target="../notesSlides/notesSlide5.xml"/><Relationship Id="rId7"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24.png"/></Relationships>
</file>

<file path=ppt/slides/_rels/slide6.xml.rels><?xml version="1.0" encoding="UTF-8" standalone="yes"?>
<Relationships xmlns="http://schemas.openxmlformats.org/package/2006/relationships"><Relationship Id="rId8" Type="http://schemas.openxmlformats.org/officeDocument/2006/relationships/image" Target="../media/image27.jpeg"/><Relationship Id="rId3" Type="http://schemas.openxmlformats.org/officeDocument/2006/relationships/notesSlide" Target="../notesSlides/notesSlide6.xml"/><Relationship Id="rId7"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26.jpeg"/><Relationship Id="rId5" Type="http://schemas.openxmlformats.org/officeDocument/2006/relationships/image" Target="../media/image25.jpeg"/><Relationship Id="rId10" Type="http://schemas.openxmlformats.org/officeDocument/2006/relationships/image" Target="../media/image29.jpeg"/><Relationship Id="rId4" Type="http://schemas.openxmlformats.org/officeDocument/2006/relationships/image" Target="../media/image7.png"/><Relationship Id="rId9" Type="http://schemas.openxmlformats.org/officeDocument/2006/relationships/image" Target="../media/image28.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31.jpeg"/><Relationship Id="rId5" Type="http://schemas.openxmlformats.org/officeDocument/2006/relationships/image" Target="../media/image30.jpe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3" Type="http://schemas.microsoft.com/office/2007/relationships/media" Target="../media/media1.mp4"/><Relationship Id="rId7" Type="http://schemas.openxmlformats.org/officeDocument/2006/relationships/image" Target="../media/image32.png"/><Relationship Id="rId2" Type="http://schemas.openxmlformats.org/officeDocument/2006/relationships/video" Target="NULL" TargetMode="External"/><Relationship Id="rId1" Type="http://schemas.openxmlformats.org/officeDocument/2006/relationships/tags" Target="../tags/tag5.xml"/><Relationship Id="rId6" Type="http://schemas.openxmlformats.org/officeDocument/2006/relationships/image" Target="../media/image7.png"/><Relationship Id="rId5" Type="http://schemas.openxmlformats.org/officeDocument/2006/relationships/notesSlide" Target="../notesSlides/notesSlide8.xml"/><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notesSlide" Target="../notesSlides/notesSlide9.xml"/><Relationship Id="rId7" Type="http://schemas.openxmlformats.org/officeDocument/2006/relationships/image" Target="../media/image340.png"/><Relationship Id="rId2" Type="http://schemas.openxmlformats.org/officeDocument/2006/relationships/slideLayout" Target="../slideLayouts/slideLayout2.xml"/><Relationship Id="rId1" Type="http://schemas.openxmlformats.org/officeDocument/2006/relationships/tags" Target="../tags/tag6.xml"/><Relationship Id="rId6" Type="http://schemas.openxmlformats.org/officeDocument/2006/relationships/image" Target="../media/image33.png"/><Relationship Id="rId5" Type="http://schemas.openxmlformats.org/officeDocument/2006/relationships/image" Target="../media/image320.png"/><Relationship Id="rId4" Type="http://schemas.openxmlformats.org/officeDocument/2006/relationships/image" Target="../media/image7.png"/><Relationship Id="rId9"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1.xml"/><Relationship Id="rId6" Type="http://schemas.openxmlformats.org/officeDocument/2006/relationships/image" Target="../media/image4.png"/><Relationship Id="rId5" Type="http://schemas.microsoft.com/office/2007/relationships/hdphoto" Target="../media/hdphoto1.wdp"/><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pic>
        <p:nvPicPr>
          <p:cNvPr id="5" name="Picture 2" descr="C:\Users\Administrator\Desktop\微立体创业计划\001.png"/>
          <p:cNvPicPr>
            <a:picLocks noChangeAspect="1" noChangeArrowheads="1"/>
          </p:cNvPicPr>
          <p:nvPr/>
        </p:nvPicPr>
        <p:blipFill>
          <a:blip r:embed="rId4" cstate="print">
            <a:extLst>
              <a:ext uri="{BEBA8EAE-BF5A-486C-A8C5-ECC9F3942E4B}">
                <a14:imgProps xmlns:a14="http://schemas.microsoft.com/office/drawing/2010/main">
                  <a14:imgLayer r:embed="rId5">
                    <a14:imgEffect>
                      <a14:brightnessContrast bright="-3000"/>
                    </a14:imgEffect>
                  </a14:imgLayer>
                </a14:imgProps>
              </a:ext>
              <a:ext uri="{28A0092B-C50C-407E-A947-70E740481C1C}">
                <a14:useLocalDpi xmlns:a14="http://schemas.microsoft.com/office/drawing/2010/main" val="0"/>
              </a:ext>
            </a:extLst>
          </a:blip>
          <a:srcRect/>
          <a:stretch>
            <a:fillRect/>
          </a:stretch>
        </p:blipFill>
        <p:spPr bwMode="auto">
          <a:xfrm>
            <a:off x="4426656" y="309228"/>
            <a:ext cx="2622992" cy="2622637"/>
          </a:xfrm>
          <a:prstGeom prst="rect">
            <a:avLst/>
          </a:prstGeom>
          <a:noFill/>
          <a:effectLst/>
          <a:extLst>
            <a:ext uri="{909E8E84-426E-40DD-AFC4-6F175D3DCCD1}">
              <a14:hiddenFill xmlns:a14="http://schemas.microsoft.com/office/drawing/2010/main">
                <a:solidFill>
                  <a:srgbClr val="FFFFFF"/>
                </a:solidFill>
              </a14:hiddenFill>
            </a:ext>
          </a:extLst>
        </p:spPr>
      </p:pic>
      <p:grpSp>
        <p:nvGrpSpPr>
          <p:cNvPr id="10" name="组合 9"/>
          <p:cNvGrpSpPr/>
          <p:nvPr/>
        </p:nvGrpSpPr>
        <p:grpSpPr>
          <a:xfrm>
            <a:off x="3974031" y="-122941"/>
            <a:ext cx="5174827" cy="2973493"/>
            <a:chOff x="4775" y="-131"/>
            <a:chExt cx="6112" cy="3512"/>
          </a:xfrm>
        </p:grpSpPr>
        <p:pic>
          <p:nvPicPr>
            <p:cNvPr id="6" name="Picture 3" descr="C:\Users\Administrator\Desktop\微立体创业计划\002.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538" y="-131"/>
              <a:ext cx="3513" cy="3512"/>
            </a:xfrm>
            <a:prstGeom prst="rect">
              <a:avLst/>
            </a:prstGeom>
            <a:noFill/>
            <a:effectLst>
              <a:outerShdw blurRad="292100" dist="177800" dir="2460000" sx="99000" sy="99000" algn="l" rotWithShape="0">
                <a:prstClr val="black">
                  <a:alpha val="39000"/>
                </a:prstClr>
              </a:outerShdw>
            </a:effectLst>
            <a:extLst>
              <a:ext uri="{909E8E84-426E-40DD-AFC4-6F175D3DCCD1}">
                <a14:hiddenFill xmlns:a14="http://schemas.microsoft.com/office/drawing/2010/main">
                  <a:solidFill>
                    <a:srgbClr val="FFFFFF"/>
                  </a:solidFill>
                </a14:hiddenFill>
              </a:ext>
            </a:extLst>
          </p:spPr>
        </p:pic>
        <p:pic>
          <p:nvPicPr>
            <p:cNvPr id="110" name="图片 109"/>
            <p:cNvPicPr>
              <a:picLocks noChangeAspect="1"/>
            </p:cNvPicPr>
            <p:nvPr/>
          </p:nvPicPr>
          <p:blipFill>
            <a:blip r:embed="rId7"/>
            <a:stretch>
              <a:fillRect/>
            </a:stretch>
          </p:blipFill>
          <p:spPr>
            <a:xfrm>
              <a:off x="4775" y="475"/>
              <a:ext cx="6113" cy="2300"/>
            </a:xfrm>
            <a:prstGeom prst="rect">
              <a:avLst/>
            </a:prstGeom>
            <a:noFill/>
            <a:ln w="9525">
              <a:noFill/>
            </a:ln>
          </p:spPr>
        </p:pic>
      </p:grpSp>
      <p:pic>
        <p:nvPicPr>
          <p:cNvPr id="7" name="图片 6" descr="1-02">
            <a:extLst>
              <a:ext uri="{FF2B5EF4-FFF2-40B4-BE49-F238E27FC236}">
                <a16:creationId xmlns:a16="http://schemas.microsoft.com/office/drawing/2014/main" id="{162B675B-A306-8A74-8882-BE90C950371E}"/>
              </a:ext>
            </a:extLst>
          </p:cNvPr>
          <p:cNvPicPr>
            <a:picLocks noChangeAspect="1"/>
          </p:cNvPicPr>
          <p:nvPr/>
        </p:nvPicPr>
        <p:blipFill>
          <a:blip r:embed="rId8"/>
          <a:stretch>
            <a:fillRect/>
          </a:stretch>
        </p:blipFill>
        <p:spPr>
          <a:xfrm>
            <a:off x="-20828" y="4025153"/>
            <a:ext cx="12212828" cy="2831466"/>
          </a:xfrm>
          <a:prstGeom prst="rect">
            <a:avLst/>
          </a:prstGeom>
        </p:spPr>
      </p:pic>
      <p:sp>
        <p:nvSpPr>
          <p:cNvPr id="8" name="文本框 7">
            <a:extLst>
              <a:ext uri="{FF2B5EF4-FFF2-40B4-BE49-F238E27FC236}">
                <a16:creationId xmlns:a16="http://schemas.microsoft.com/office/drawing/2014/main" id="{642290C0-0CAA-F692-A98F-96A6F980EAFB}"/>
              </a:ext>
            </a:extLst>
          </p:cNvPr>
          <p:cNvSpPr txBox="1"/>
          <p:nvPr/>
        </p:nvSpPr>
        <p:spPr>
          <a:xfrm>
            <a:off x="-2462827" y="4025153"/>
            <a:ext cx="9307724" cy="923330"/>
          </a:xfrm>
          <a:prstGeom prst="rect">
            <a:avLst/>
          </a:prstGeom>
          <a:noFill/>
        </p:spPr>
        <p:txBody>
          <a:bodyPr wrap="square" rtlCol="0">
            <a:spAutoFit/>
          </a:bodyPr>
          <a:lstStyle/>
          <a:p>
            <a:pPr algn="ctr"/>
            <a:r>
              <a:rPr lang="zh-CN" altLang="en-US" sz="5400" b="1" dirty="0">
                <a:solidFill>
                  <a:schemeClr val="bg1"/>
                </a:solidFill>
                <a:latin typeface="微软雅黑" panose="020B0503020204020204" pitchFamily="34" charset="-122"/>
                <a:ea typeface="微软雅黑" panose="020B0503020204020204" pitchFamily="34" charset="-122"/>
                <a:sym typeface="+mn-ea"/>
              </a:rPr>
              <a:t>课程：水力学</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DD41DCA4-62E6-6AB3-9E38-EFEDEE0376C6}"/>
              </a:ext>
            </a:extLst>
          </p:cNvPr>
          <p:cNvSpPr txBox="1"/>
          <p:nvPr/>
        </p:nvSpPr>
        <p:spPr>
          <a:xfrm>
            <a:off x="4757921" y="4948483"/>
            <a:ext cx="5672913" cy="621773"/>
          </a:xfrm>
          <a:prstGeom prst="rect">
            <a:avLst/>
          </a:prstGeom>
          <a:noFill/>
        </p:spPr>
        <p:txBody>
          <a:bodyPr wrap="square" rtlCol="0">
            <a:spAutoFit/>
          </a:bodyPr>
          <a:lstStyle/>
          <a:p>
            <a:pPr>
              <a:lnSpc>
                <a:spcPct val="150000"/>
              </a:lnSpc>
            </a:pPr>
            <a:r>
              <a:rPr lang="zh-CN" altLang="en-US" sz="2600" b="1" dirty="0">
                <a:solidFill>
                  <a:schemeClr val="bg1"/>
                </a:solidFill>
                <a:latin typeface="微软雅黑" panose="020B0503020204020204" pitchFamily="34" charset="-122"/>
                <a:ea typeface="微软雅黑" panose="020B0503020204020204" pitchFamily="34" charset="-122"/>
                <a:sym typeface="+mn-ea"/>
              </a:rPr>
              <a:t>试讲人员：王孟飞      </a:t>
            </a:r>
            <a:endParaRPr lang="en-US" altLang="zh-CN" sz="2600" b="1" dirty="0">
              <a:solidFill>
                <a:schemeClr val="bg1"/>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250"/>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3E6A17C6-7424-411D-952F-62185DC8F0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2" name="文本框 1"/>
          <p:cNvSpPr txBox="1"/>
          <p:nvPr/>
        </p:nvSpPr>
        <p:spPr>
          <a:xfrm>
            <a:off x="276467" y="144288"/>
            <a:ext cx="1669047" cy="646331"/>
          </a:xfrm>
          <a:prstGeom prst="rect">
            <a:avLst/>
          </a:prstGeom>
          <a:noFill/>
        </p:spPr>
        <p:txBody>
          <a:bodyPr wrap="none" rtlCol="0" anchor="t">
            <a:spAutoFit/>
          </a:bodyPr>
          <a:lstStyle/>
          <a:p>
            <a:r>
              <a:rPr lang="en-US" altLang="zh-CN" sz="3600" b="1" dirty="0">
                <a:solidFill>
                  <a:schemeClr val="bg1"/>
                </a:solidFill>
                <a:latin typeface="方正兰亭中粗黑_GBK" panose="02000000000000000000" charset="-122"/>
                <a:ea typeface="方正兰亭中粗黑_GBK" panose="02000000000000000000" charset="-122"/>
                <a:sym typeface="+mn-ea"/>
              </a:rPr>
              <a:t>1 </a:t>
            </a:r>
            <a:r>
              <a:rPr lang="zh-CN" altLang="en-US" sz="3600" b="1" dirty="0">
                <a:solidFill>
                  <a:schemeClr val="bg1"/>
                </a:solidFill>
                <a:latin typeface="方正兰亭中粗黑_GBK" panose="02000000000000000000" charset="-122"/>
                <a:ea typeface="方正兰亭中粗黑_GBK" panose="02000000000000000000" charset="-122"/>
                <a:sym typeface="+mn-ea"/>
              </a:rPr>
              <a:t>绪论 </a:t>
            </a:r>
          </a:p>
        </p:txBody>
      </p:sp>
      <p:sp>
        <p:nvSpPr>
          <p:cNvPr id="3" name="文本框 2"/>
          <p:cNvSpPr txBox="1"/>
          <p:nvPr/>
        </p:nvSpPr>
        <p:spPr>
          <a:xfrm>
            <a:off x="8822821" y="225208"/>
            <a:ext cx="3350597" cy="523220"/>
          </a:xfrm>
          <a:prstGeom prst="rect">
            <a:avLst/>
          </a:prstGeom>
          <a:noFill/>
        </p:spPr>
        <p:txBody>
          <a:bodyPr wrap="none" rtlCol="0" anchor="t">
            <a:spAutoFit/>
          </a:bodyPr>
          <a:lstStyle/>
          <a:p>
            <a:r>
              <a:rPr lang="en-US" altLang="zh-CN" sz="2800" b="1" dirty="0">
                <a:solidFill>
                  <a:schemeClr val="bg1"/>
                </a:solidFill>
                <a:latin typeface="兰亭黑-简" panose="02000000000000000000" charset="-122"/>
                <a:ea typeface="兰亭黑-简" panose="02000000000000000000" charset="-122"/>
                <a:sym typeface="+mn-ea"/>
              </a:rPr>
              <a:t>1.1 </a:t>
            </a:r>
            <a:r>
              <a:rPr lang="zh-CN" altLang="en-US" sz="2800" b="1" dirty="0">
                <a:solidFill>
                  <a:schemeClr val="bg1"/>
                </a:solidFill>
                <a:latin typeface="兰亭黑-简" panose="02000000000000000000" charset="-122"/>
                <a:ea typeface="兰亭黑-简" panose="02000000000000000000" charset="-122"/>
                <a:sym typeface="+mn-ea"/>
              </a:rPr>
              <a:t>研究背景及意义</a:t>
            </a:r>
          </a:p>
        </p:txBody>
      </p:sp>
      <p:grpSp>
        <p:nvGrpSpPr>
          <p:cNvPr id="8" name="组合 7">
            <a:extLst>
              <a:ext uri="{FF2B5EF4-FFF2-40B4-BE49-F238E27FC236}">
                <a16:creationId xmlns:a16="http://schemas.microsoft.com/office/drawing/2014/main" id="{D3F82734-8A59-4FF3-BC43-CAB89127B117}"/>
              </a:ext>
            </a:extLst>
          </p:cNvPr>
          <p:cNvGrpSpPr/>
          <p:nvPr/>
        </p:nvGrpSpPr>
        <p:grpSpPr>
          <a:xfrm>
            <a:off x="-59957" y="53728"/>
            <a:ext cx="12285617" cy="790577"/>
            <a:chOff x="-50432" y="53728"/>
            <a:chExt cx="12285617" cy="790577"/>
          </a:xfrm>
        </p:grpSpPr>
        <p:sp>
          <p:nvSpPr>
            <p:cNvPr id="9" name="六边形 24">
              <a:extLst>
                <a:ext uri="{FF2B5EF4-FFF2-40B4-BE49-F238E27FC236}">
                  <a16:creationId xmlns:a16="http://schemas.microsoft.com/office/drawing/2014/main" id="{68F9CC4C-7D7D-4881-82E9-10A79A763B44}"/>
                </a:ext>
              </a:extLst>
            </p:cNvPr>
            <p:cNvSpPr/>
            <p:nvPr/>
          </p:nvSpPr>
          <p:spPr>
            <a:xfrm>
              <a:off x="74468" y="769295"/>
              <a:ext cx="552450" cy="75010"/>
            </a:xfrm>
            <a:custGeom>
              <a:avLst/>
              <a:gdLst>
                <a:gd name="connsiteX0" fmla="*/ 0 w 747713"/>
                <a:gd name="connsiteY0" fmla="*/ 75010 h 150019"/>
                <a:gd name="connsiteX1" fmla="*/ 37505 w 747713"/>
                <a:gd name="connsiteY1" fmla="*/ 0 h 150019"/>
                <a:gd name="connsiteX2" fmla="*/ 710208 w 747713"/>
                <a:gd name="connsiteY2" fmla="*/ 0 h 150019"/>
                <a:gd name="connsiteX3" fmla="*/ 747713 w 747713"/>
                <a:gd name="connsiteY3" fmla="*/ 75010 h 150019"/>
                <a:gd name="connsiteX4" fmla="*/ 710208 w 747713"/>
                <a:gd name="connsiteY4" fmla="*/ 150019 h 150019"/>
                <a:gd name="connsiteX5" fmla="*/ 37505 w 747713"/>
                <a:gd name="connsiteY5" fmla="*/ 150019 h 150019"/>
                <a:gd name="connsiteX6" fmla="*/ 0 w 747713"/>
                <a:gd name="connsiteY6" fmla="*/ 75010 h 150019"/>
                <a:gd name="connsiteX0-1" fmla="*/ 37505 w 747713"/>
                <a:gd name="connsiteY0-2" fmla="*/ 0 h 150019"/>
                <a:gd name="connsiteX1-3" fmla="*/ 710208 w 747713"/>
                <a:gd name="connsiteY1-4" fmla="*/ 0 h 150019"/>
                <a:gd name="connsiteX2-5" fmla="*/ 747713 w 747713"/>
                <a:gd name="connsiteY2-6" fmla="*/ 75010 h 150019"/>
                <a:gd name="connsiteX3-7" fmla="*/ 710208 w 747713"/>
                <a:gd name="connsiteY3-8" fmla="*/ 150019 h 150019"/>
                <a:gd name="connsiteX4-9" fmla="*/ 37505 w 747713"/>
                <a:gd name="connsiteY4-10" fmla="*/ 150019 h 150019"/>
                <a:gd name="connsiteX5-11" fmla="*/ 0 w 747713"/>
                <a:gd name="connsiteY5-12" fmla="*/ 75010 h 150019"/>
                <a:gd name="connsiteX6-13" fmla="*/ 128945 w 747713"/>
                <a:gd name="connsiteY6-14" fmla="*/ 91440 h 150019"/>
                <a:gd name="connsiteX0-15" fmla="*/ 37505 w 747713"/>
                <a:gd name="connsiteY0-16" fmla="*/ 0 h 150019"/>
                <a:gd name="connsiteX1-17" fmla="*/ 710208 w 747713"/>
                <a:gd name="connsiteY1-18" fmla="*/ 0 h 150019"/>
                <a:gd name="connsiteX2-19" fmla="*/ 747713 w 747713"/>
                <a:gd name="connsiteY2-20" fmla="*/ 75010 h 150019"/>
                <a:gd name="connsiteX3-21" fmla="*/ 710208 w 747713"/>
                <a:gd name="connsiteY3-22" fmla="*/ 150019 h 150019"/>
                <a:gd name="connsiteX4-23" fmla="*/ 37505 w 747713"/>
                <a:gd name="connsiteY4-24" fmla="*/ 150019 h 150019"/>
                <a:gd name="connsiteX5-25" fmla="*/ 0 w 747713"/>
                <a:gd name="connsiteY5-26" fmla="*/ 75010 h 150019"/>
                <a:gd name="connsiteX0-27" fmla="*/ 710208 w 747713"/>
                <a:gd name="connsiteY0-28" fmla="*/ 0 h 150019"/>
                <a:gd name="connsiteX1-29" fmla="*/ 747713 w 747713"/>
                <a:gd name="connsiteY1-30" fmla="*/ 75010 h 150019"/>
                <a:gd name="connsiteX2-31" fmla="*/ 710208 w 747713"/>
                <a:gd name="connsiteY2-32" fmla="*/ 150019 h 150019"/>
                <a:gd name="connsiteX3-33" fmla="*/ 37505 w 747713"/>
                <a:gd name="connsiteY3-34" fmla="*/ 150019 h 150019"/>
                <a:gd name="connsiteX4-35" fmla="*/ 0 w 747713"/>
                <a:gd name="connsiteY4-36" fmla="*/ 75010 h 150019"/>
                <a:gd name="connsiteX0-37" fmla="*/ 672703 w 710208"/>
                <a:gd name="connsiteY0-38" fmla="*/ 0 h 150019"/>
                <a:gd name="connsiteX1-39" fmla="*/ 710208 w 710208"/>
                <a:gd name="connsiteY1-40" fmla="*/ 75010 h 150019"/>
                <a:gd name="connsiteX2-41" fmla="*/ 672703 w 710208"/>
                <a:gd name="connsiteY2-42" fmla="*/ 150019 h 150019"/>
                <a:gd name="connsiteX3-43" fmla="*/ 0 w 710208"/>
                <a:gd name="connsiteY3-44" fmla="*/ 150019 h 150019"/>
                <a:gd name="connsiteX0-45" fmla="*/ 710208 w 710208"/>
                <a:gd name="connsiteY0-46" fmla="*/ 0 h 75009"/>
                <a:gd name="connsiteX1-47" fmla="*/ 672703 w 710208"/>
                <a:gd name="connsiteY1-48" fmla="*/ 75009 h 75009"/>
                <a:gd name="connsiteX2-49" fmla="*/ 0 w 710208"/>
                <a:gd name="connsiteY2-50" fmla="*/ 75009 h 75009"/>
                <a:gd name="connsiteX0-51" fmla="*/ 710208 w 710208"/>
                <a:gd name="connsiteY0-52" fmla="*/ 0 h 75010"/>
                <a:gd name="connsiteX1-53" fmla="*/ 672703 w 710208"/>
                <a:gd name="connsiteY1-54" fmla="*/ 75009 h 75010"/>
                <a:gd name="connsiteX2-55" fmla="*/ 352016 w 710208"/>
                <a:gd name="connsiteY2-56" fmla="*/ 75010 h 75010"/>
                <a:gd name="connsiteX3-57" fmla="*/ 0 w 710208"/>
                <a:gd name="connsiteY3-58" fmla="*/ 75009 h 75010"/>
                <a:gd name="connsiteX0-59" fmla="*/ 358192 w 358192"/>
                <a:gd name="connsiteY0-60" fmla="*/ 0 h 75010"/>
                <a:gd name="connsiteX1-61" fmla="*/ 320687 w 358192"/>
                <a:gd name="connsiteY1-62" fmla="*/ 75009 h 75010"/>
                <a:gd name="connsiteX2-63" fmla="*/ 0 w 358192"/>
                <a:gd name="connsiteY2-64" fmla="*/ 75010 h 75010"/>
              </a:gdLst>
              <a:ahLst/>
              <a:cxnLst>
                <a:cxn ang="0">
                  <a:pos x="connsiteX0-1" y="connsiteY0-2"/>
                </a:cxn>
                <a:cxn ang="0">
                  <a:pos x="connsiteX1-3" y="connsiteY1-4"/>
                </a:cxn>
                <a:cxn ang="0">
                  <a:pos x="connsiteX2-5" y="connsiteY2-6"/>
                </a:cxn>
              </a:cxnLst>
              <a:rect l="l" t="t" r="r" b="b"/>
              <a:pathLst>
                <a:path w="358192" h="75010">
                  <a:moveTo>
                    <a:pt x="358192" y="0"/>
                  </a:moveTo>
                  <a:lnTo>
                    <a:pt x="320687" y="75009"/>
                  </a:lnTo>
                  <a:lnTo>
                    <a:pt x="0" y="75010"/>
                  </a:lnTo>
                </a:path>
              </a:pathLst>
            </a:custGeom>
            <a:noFill/>
            <a:ln>
              <a:solidFill>
                <a:srgbClr val="00B0F0"/>
              </a:solidFill>
              <a:tailEnd type="diamond"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0" name="矩形 9">
              <a:extLst>
                <a:ext uri="{FF2B5EF4-FFF2-40B4-BE49-F238E27FC236}">
                  <a16:creationId xmlns:a16="http://schemas.microsoft.com/office/drawing/2014/main" id="{ED237AC2-3AEB-46ED-8BAC-3650FF5362FA}"/>
                </a:ext>
              </a:extLst>
            </p:cNvPr>
            <p:cNvSpPr/>
            <p:nvPr/>
          </p:nvSpPr>
          <p:spPr>
            <a:xfrm flipV="1">
              <a:off x="5411" y="53728"/>
              <a:ext cx="12186591" cy="737445"/>
            </a:xfrm>
            <a:prstGeom prst="rect">
              <a:avLst/>
            </a:prstGeom>
            <a:gradFill flip="none" rotWithShape="1">
              <a:gsLst>
                <a:gs pos="0">
                  <a:srgbClr val="00448E">
                    <a:alpha val="15000"/>
                  </a:srgbClr>
                </a:gs>
                <a:gs pos="49000">
                  <a:srgbClr val="00448E">
                    <a:alpha val="0"/>
                  </a:srgbClr>
                </a:gs>
              </a:gsLst>
              <a:lin ang="5400000" scaled="1"/>
              <a:tileRect/>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1" name="矩形 10">
              <a:extLst>
                <a:ext uri="{FF2B5EF4-FFF2-40B4-BE49-F238E27FC236}">
                  <a16:creationId xmlns:a16="http://schemas.microsoft.com/office/drawing/2014/main" id="{1968515E-08C3-435A-980E-BF558FA7CD0F}"/>
                </a:ext>
              </a:extLst>
            </p:cNvPr>
            <p:cNvSpPr/>
            <p:nvPr/>
          </p:nvSpPr>
          <p:spPr>
            <a:xfrm>
              <a:off x="5411" y="762785"/>
              <a:ext cx="12229774" cy="45719"/>
            </a:xfrm>
            <a:prstGeom prst="rect">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mn-cs"/>
              </a:endParaRPr>
            </a:p>
          </p:txBody>
        </p:sp>
        <p:grpSp>
          <p:nvGrpSpPr>
            <p:cNvPr id="12" name="组合 11">
              <a:extLst>
                <a:ext uri="{FF2B5EF4-FFF2-40B4-BE49-F238E27FC236}">
                  <a16:creationId xmlns:a16="http://schemas.microsoft.com/office/drawing/2014/main" id="{29A54950-187F-4E9C-B865-F8540E4B0F10}"/>
                </a:ext>
              </a:extLst>
            </p:cNvPr>
            <p:cNvGrpSpPr/>
            <p:nvPr/>
          </p:nvGrpSpPr>
          <p:grpSpPr>
            <a:xfrm>
              <a:off x="-50432" y="682379"/>
              <a:ext cx="539237" cy="94600"/>
              <a:chOff x="-55843" y="628650"/>
              <a:chExt cx="539237" cy="94600"/>
            </a:xfrm>
          </p:grpSpPr>
          <p:sp>
            <p:nvSpPr>
              <p:cNvPr id="17" name="平行四边形 16">
                <a:extLst>
                  <a:ext uri="{FF2B5EF4-FFF2-40B4-BE49-F238E27FC236}">
                    <a16:creationId xmlns:a16="http://schemas.microsoft.com/office/drawing/2014/main" id="{D6F9A2E4-8D53-4EA2-B972-AB284065EA63}"/>
                  </a:ext>
                </a:extLst>
              </p:cNvPr>
              <p:cNvSpPr/>
              <p:nvPr/>
            </p:nvSpPr>
            <p:spPr>
              <a:xfrm flipH="1">
                <a:off x="-55843"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8" name="平行四边形 17">
                <a:extLst>
                  <a:ext uri="{FF2B5EF4-FFF2-40B4-BE49-F238E27FC236}">
                    <a16:creationId xmlns:a16="http://schemas.microsoft.com/office/drawing/2014/main" id="{72AA39BE-D714-4D77-B8A7-54C7CDE57E6E}"/>
                  </a:ext>
                </a:extLst>
              </p:cNvPr>
              <p:cNvSpPr/>
              <p:nvPr/>
            </p:nvSpPr>
            <p:spPr>
              <a:xfrm flipH="1">
                <a:off x="29990"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9" name="平行四边形 18">
                <a:extLst>
                  <a:ext uri="{FF2B5EF4-FFF2-40B4-BE49-F238E27FC236}">
                    <a16:creationId xmlns:a16="http://schemas.microsoft.com/office/drawing/2014/main" id="{FCB174F2-6DE0-4684-A8ED-E0F20F53D450}"/>
                  </a:ext>
                </a:extLst>
              </p:cNvPr>
              <p:cNvSpPr/>
              <p:nvPr/>
            </p:nvSpPr>
            <p:spPr>
              <a:xfrm flipH="1">
                <a:off x="115823"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20" name="平行四边形 19">
                <a:extLst>
                  <a:ext uri="{FF2B5EF4-FFF2-40B4-BE49-F238E27FC236}">
                    <a16:creationId xmlns:a16="http://schemas.microsoft.com/office/drawing/2014/main" id="{0D15C374-FD35-4DA9-A9B0-4AB06273ADBC}"/>
                  </a:ext>
                </a:extLst>
              </p:cNvPr>
              <p:cNvSpPr/>
              <p:nvPr/>
            </p:nvSpPr>
            <p:spPr>
              <a:xfrm flipH="1">
                <a:off x="201656"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21" name="平行四边形 20">
                <a:extLst>
                  <a:ext uri="{FF2B5EF4-FFF2-40B4-BE49-F238E27FC236}">
                    <a16:creationId xmlns:a16="http://schemas.microsoft.com/office/drawing/2014/main" id="{AD8A548E-0B81-408F-ADDD-148D62F17169}"/>
                  </a:ext>
                </a:extLst>
              </p:cNvPr>
              <p:cNvSpPr/>
              <p:nvPr/>
            </p:nvSpPr>
            <p:spPr>
              <a:xfrm flipH="1">
                <a:off x="287489"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22" name="平行四边形 21">
                <a:extLst>
                  <a:ext uri="{FF2B5EF4-FFF2-40B4-BE49-F238E27FC236}">
                    <a16:creationId xmlns:a16="http://schemas.microsoft.com/office/drawing/2014/main" id="{9CE8D40F-C01A-4472-B2FF-AA86E40993D8}"/>
                  </a:ext>
                </a:extLst>
              </p:cNvPr>
              <p:cNvSpPr/>
              <p:nvPr/>
            </p:nvSpPr>
            <p:spPr>
              <a:xfrm flipH="1">
                <a:off x="373320"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mn-cs"/>
                </a:endParaRPr>
              </a:p>
            </p:txBody>
          </p:sp>
        </p:grpSp>
        <p:sp>
          <p:nvSpPr>
            <p:cNvPr id="13" name="平行四边形 12">
              <a:extLst>
                <a:ext uri="{FF2B5EF4-FFF2-40B4-BE49-F238E27FC236}">
                  <a16:creationId xmlns:a16="http://schemas.microsoft.com/office/drawing/2014/main" id="{7BC82760-8CA4-4F41-9CF2-10466BFD4364}"/>
                </a:ext>
              </a:extLst>
            </p:cNvPr>
            <p:cNvSpPr/>
            <p:nvPr/>
          </p:nvSpPr>
          <p:spPr>
            <a:xfrm>
              <a:off x="514462" y="800588"/>
              <a:ext cx="69503" cy="31175"/>
            </a:xfrm>
            <a:prstGeom prst="parallelogram">
              <a:avLst>
                <a:gd name="adj" fmla="val 74000"/>
              </a:avLst>
            </a:prstGeom>
            <a:solidFill>
              <a:srgbClr val="00B0F0">
                <a:alpha val="30000"/>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5" name="平行四边形 14">
              <a:extLst>
                <a:ext uri="{FF2B5EF4-FFF2-40B4-BE49-F238E27FC236}">
                  <a16:creationId xmlns:a16="http://schemas.microsoft.com/office/drawing/2014/main" id="{2CF28AAC-150F-4C44-AB68-8A18F323EDA6}"/>
                </a:ext>
              </a:extLst>
            </p:cNvPr>
            <p:cNvSpPr/>
            <p:nvPr/>
          </p:nvSpPr>
          <p:spPr>
            <a:xfrm>
              <a:off x="445406" y="800588"/>
              <a:ext cx="69503" cy="31175"/>
            </a:xfrm>
            <a:prstGeom prst="parallelogram">
              <a:avLst>
                <a:gd name="adj" fmla="val 74000"/>
              </a:avLst>
            </a:prstGeom>
            <a:solidFill>
              <a:srgbClr val="00B0F0">
                <a:alpha val="20000"/>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6" name="平行四边形 15">
              <a:extLst>
                <a:ext uri="{FF2B5EF4-FFF2-40B4-BE49-F238E27FC236}">
                  <a16:creationId xmlns:a16="http://schemas.microsoft.com/office/drawing/2014/main" id="{FB90FD3E-4D21-4144-86B7-2799A3ECFE60}"/>
                </a:ext>
              </a:extLst>
            </p:cNvPr>
            <p:cNvSpPr/>
            <p:nvPr/>
          </p:nvSpPr>
          <p:spPr>
            <a:xfrm>
              <a:off x="376350" y="800588"/>
              <a:ext cx="69503" cy="31175"/>
            </a:xfrm>
            <a:prstGeom prst="parallelogram">
              <a:avLst>
                <a:gd name="adj" fmla="val 74000"/>
              </a:avLst>
            </a:prstGeom>
            <a:solidFill>
              <a:srgbClr val="00B0F0">
                <a:alpha val="10000"/>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grpSp>
      <p:sp>
        <p:nvSpPr>
          <p:cNvPr id="32" name="TextBox 4">
            <a:extLst>
              <a:ext uri="{FF2B5EF4-FFF2-40B4-BE49-F238E27FC236}">
                <a16:creationId xmlns:a16="http://schemas.microsoft.com/office/drawing/2014/main" id="{C7EC209C-497F-7042-8B2E-FF9F3C3EF682}"/>
              </a:ext>
            </a:extLst>
          </p:cNvPr>
          <p:cNvSpPr txBox="1"/>
          <p:nvPr/>
        </p:nvSpPr>
        <p:spPr>
          <a:xfrm>
            <a:off x="190499" y="114300"/>
            <a:ext cx="7046315" cy="584775"/>
          </a:xfrm>
          <a:prstGeom prst="rect">
            <a:avLst/>
          </a:prstGeom>
          <a:noFill/>
          <a:ln>
            <a:noFill/>
          </a:ln>
        </p:spPr>
        <p:txBody>
          <a:bodyPr wrap="square" rtlCol="0">
            <a:spAutoFit/>
          </a:bodyPr>
          <a:lstStyle/>
          <a:p>
            <a:pPr>
              <a:defRPr/>
            </a:pPr>
            <a:r>
              <a:rPr lang="zh-CN" altLang="en-US" sz="3200" b="1" dirty="0">
                <a:latin typeface="Microsoft YaHei" panose="020B0503020204020204" pitchFamily="34" charset="-122"/>
                <a:ea typeface="Microsoft YaHei" panose="020B0503020204020204" pitchFamily="34" charset="-122"/>
                <a:sym typeface="+mn-ea"/>
              </a:rPr>
              <a:t>课程章节：明渠水流的流态及其判别</a:t>
            </a:r>
          </a:p>
        </p:txBody>
      </p:sp>
      <p:sp>
        <p:nvSpPr>
          <p:cNvPr id="28" name="矩形 27">
            <a:extLst>
              <a:ext uri="{FF2B5EF4-FFF2-40B4-BE49-F238E27FC236}">
                <a16:creationId xmlns:a16="http://schemas.microsoft.com/office/drawing/2014/main" id="{1CD048AF-B819-4AFE-8CD6-BB28A6F075BC}"/>
              </a:ext>
            </a:extLst>
          </p:cNvPr>
          <p:cNvSpPr/>
          <p:nvPr/>
        </p:nvSpPr>
        <p:spPr>
          <a:xfrm>
            <a:off x="11715750" y="6429539"/>
            <a:ext cx="476250" cy="428461"/>
          </a:xfrm>
          <a:prstGeom prst="rect">
            <a:avLst/>
          </a:prstGeom>
          <a:solidFill>
            <a:srgbClr val="0044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latin typeface="微软雅黑" panose="020B0503020204020204" pitchFamily="34" charset="-122"/>
                <a:ea typeface="微软雅黑" panose="020B0503020204020204" pitchFamily="34" charset="-122"/>
                <a:cs typeface="Times New Roman" panose="02020603050405020304" pitchFamily="18" charset="0"/>
              </a:rPr>
              <a:t>1</a:t>
            </a:r>
            <a:endParaRPr kumimoji="1" lang="zh-CN" altLang="en-US" b="1"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70" name="图片 69">
            <a:extLst>
              <a:ext uri="{FF2B5EF4-FFF2-40B4-BE49-F238E27FC236}">
                <a16:creationId xmlns:a16="http://schemas.microsoft.com/office/drawing/2014/main" id="{0C6FE2C2-E3FA-B1B5-004B-48E237FFD3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64936" y="93145"/>
            <a:ext cx="3350597" cy="628003"/>
          </a:xfrm>
          <a:prstGeom prst="rect">
            <a:avLst/>
          </a:prstGeom>
        </p:spPr>
      </p:pic>
      <p:sp>
        <p:nvSpPr>
          <p:cNvPr id="67" name="矩形 66">
            <a:extLst>
              <a:ext uri="{FF2B5EF4-FFF2-40B4-BE49-F238E27FC236}">
                <a16:creationId xmlns:a16="http://schemas.microsoft.com/office/drawing/2014/main" id="{88D697E9-0809-4E4E-90F1-B786CA6E513E}"/>
              </a:ext>
            </a:extLst>
          </p:cNvPr>
          <p:cNvSpPr/>
          <p:nvPr/>
        </p:nvSpPr>
        <p:spPr bwMode="auto">
          <a:xfrm>
            <a:off x="6039297" y="5506209"/>
            <a:ext cx="5261825" cy="881141"/>
          </a:xfrm>
          <a:prstGeom prst="rect">
            <a:avLst/>
          </a:prstGeom>
          <a:noFill/>
          <a:ln w="19050" cap="flat" cmpd="sng" algn="ctr">
            <a:solidFill>
              <a:srgbClr val="0C6AC5"/>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chemeClr val="tx1"/>
              </a:solidFill>
              <a:effectLst/>
              <a:latin typeface="黑体" pitchFamily="2" charset="-122"/>
              <a:ea typeface="黑体" pitchFamily="2" charset="-122"/>
            </a:endParaRPr>
          </a:p>
        </p:txBody>
      </p:sp>
      <p:sp>
        <p:nvSpPr>
          <p:cNvPr id="73" name="矩形 72">
            <a:extLst>
              <a:ext uri="{FF2B5EF4-FFF2-40B4-BE49-F238E27FC236}">
                <a16:creationId xmlns:a16="http://schemas.microsoft.com/office/drawing/2014/main" id="{D55DFBA2-ADD5-46E7-BC0C-6035E1B8E863}"/>
              </a:ext>
            </a:extLst>
          </p:cNvPr>
          <p:cNvSpPr/>
          <p:nvPr/>
        </p:nvSpPr>
        <p:spPr bwMode="auto">
          <a:xfrm>
            <a:off x="6039297" y="4438670"/>
            <a:ext cx="5261346" cy="881141"/>
          </a:xfrm>
          <a:prstGeom prst="rect">
            <a:avLst/>
          </a:prstGeom>
          <a:noFill/>
          <a:ln w="19050" cap="flat" cmpd="sng" algn="ctr">
            <a:solidFill>
              <a:srgbClr val="0C6AC5"/>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chemeClr val="tx1"/>
              </a:solidFill>
              <a:effectLst/>
              <a:latin typeface="黑体" pitchFamily="2" charset="-122"/>
              <a:ea typeface="黑体" pitchFamily="2" charset="-122"/>
            </a:endParaRPr>
          </a:p>
        </p:txBody>
      </p:sp>
      <p:sp>
        <p:nvSpPr>
          <p:cNvPr id="74" name="矩形 73">
            <a:extLst>
              <a:ext uri="{FF2B5EF4-FFF2-40B4-BE49-F238E27FC236}">
                <a16:creationId xmlns:a16="http://schemas.microsoft.com/office/drawing/2014/main" id="{712FE928-69B9-4F73-8241-4F1EA34BEAC9}"/>
              </a:ext>
            </a:extLst>
          </p:cNvPr>
          <p:cNvSpPr/>
          <p:nvPr/>
        </p:nvSpPr>
        <p:spPr bwMode="auto">
          <a:xfrm>
            <a:off x="6039297" y="3329571"/>
            <a:ext cx="5260388" cy="881141"/>
          </a:xfrm>
          <a:prstGeom prst="rect">
            <a:avLst/>
          </a:prstGeom>
          <a:noFill/>
          <a:ln w="19050" cap="flat" cmpd="sng" algn="ctr">
            <a:solidFill>
              <a:srgbClr val="0C6AC5"/>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dirty="0">
              <a:ln>
                <a:noFill/>
              </a:ln>
              <a:solidFill>
                <a:schemeClr val="tx1"/>
              </a:solidFill>
              <a:effectLst/>
              <a:latin typeface="黑体" pitchFamily="2" charset="-122"/>
              <a:ea typeface="黑体" pitchFamily="2" charset="-122"/>
            </a:endParaRPr>
          </a:p>
        </p:txBody>
      </p:sp>
      <p:sp>
        <p:nvSpPr>
          <p:cNvPr id="75" name="矩形 74">
            <a:extLst>
              <a:ext uri="{FF2B5EF4-FFF2-40B4-BE49-F238E27FC236}">
                <a16:creationId xmlns:a16="http://schemas.microsoft.com/office/drawing/2014/main" id="{95082F4E-662A-4F85-BB06-C333115DCD35}"/>
              </a:ext>
            </a:extLst>
          </p:cNvPr>
          <p:cNvSpPr/>
          <p:nvPr/>
        </p:nvSpPr>
        <p:spPr bwMode="auto">
          <a:xfrm>
            <a:off x="6039297" y="2262846"/>
            <a:ext cx="5260388" cy="881141"/>
          </a:xfrm>
          <a:prstGeom prst="rect">
            <a:avLst/>
          </a:prstGeom>
          <a:noFill/>
          <a:ln w="19050" cap="flat" cmpd="sng" algn="ctr">
            <a:solidFill>
              <a:srgbClr val="0C6AC5"/>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chemeClr val="tx1"/>
              </a:solidFill>
              <a:effectLst/>
              <a:latin typeface="黑体" pitchFamily="2" charset="-122"/>
              <a:ea typeface="黑体" pitchFamily="2" charset="-122"/>
            </a:endParaRPr>
          </a:p>
        </p:txBody>
      </p:sp>
      <p:sp>
        <p:nvSpPr>
          <p:cNvPr id="76" name="矩形: 圆角 75">
            <a:extLst>
              <a:ext uri="{FF2B5EF4-FFF2-40B4-BE49-F238E27FC236}">
                <a16:creationId xmlns:a16="http://schemas.microsoft.com/office/drawing/2014/main" id="{61875C2B-DED8-4671-88E9-8E7C021D7D5F}"/>
              </a:ext>
            </a:extLst>
          </p:cNvPr>
          <p:cNvSpPr/>
          <p:nvPr/>
        </p:nvSpPr>
        <p:spPr bwMode="auto">
          <a:xfrm>
            <a:off x="1434353" y="1144672"/>
            <a:ext cx="3293495" cy="792088"/>
          </a:xfrm>
          <a:prstGeom prst="roundRect">
            <a:avLst/>
          </a:prstGeom>
          <a:solidFill>
            <a:srgbClr val="0C6AC5"/>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chemeClr val="tx1"/>
              </a:solidFill>
              <a:effectLst/>
              <a:latin typeface="黑体" pitchFamily="2" charset="-122"/>
              <a:ea typeface="黑体" pitchFamily="2" charset="-122"/>
            </a:endParaRPr>
          </a:p>
        </p:txBody>
      </p:sp>
      <p:sp>
        <p:nvSpPr>
          <p:cNvPr id="77" name="文本框 76">
            <a:extLst>
              <a:ext uri="{FF2B5EF4-FFF2-40B4-BE49-F238E27FC236}">
                <a16:creationId xmlns:a16="http://schemas.microsoft.com/office/drawing/2014/main" id="{BFC77D5D-081E-429C-847F-811162FF0387}"/>
              </a:ext>
            </a:extLst>
          </p:cNvPr>
          <p:cNvSpPr txBox="1"/>
          <p:nvPr/>
        </p:nvSpPr>
        <p:spPr>
          <a:xfrm>
            <a:off x="1659198" y="1285264"/>
            <a:ext cx="2747666" cy="461665"/>
          </a:xfrm>
          <a:prstGeom prst="rect">
            <a:avLst/>
          </a:prstGeom>
          <a:noFill/>
        </p:spPr>
        <p:txBody>
          <a:bodyPr wrap="square" rtlCol="0">
            <a:spAutoFit/>
          </a:bodyPr>
          <a:lstStyle/>
          <a:p>
            <a:pPr algn="ctr"/>
            <a:r>
              <a:rPr lang="zh-CN" altLang="en-US" sz="2400" b="1" dirty="0">
                <a:solidFill>
                  <a:srgbClr val="C00000"/>
                </a:solidFill>
              </a:rPr>
              <a:t>上节回顾</a:t>
            </a:r>
          </a:p>
        </p:txBody>
      </p:sp>
      <p:sp>
        <p:nvSpPr>
          <p:cNvPr id="78" name="矩形: 圆角 77">
            <a:extLst>
              <a:ext uri="{FF2B5EF4-FFF2-40B4-BE49-F238E27FC236}">
                <a16:creationId xmlns:a16="http://schemas.microsoft.com/office/drawing/2014/main" id="{7369C308-4618-4B1B-8B68-959E491A79A3}"/>
              </a:ext>
            </a:extLst>
          </p:cNvPr>
          <p:cNvSpPr/>
          <p:nvPr/>
        </p:nvSpPr>
        <p:spPr bwMode="auto">
          <a:xfrm>
            <a:off x="1433874" y="2294431"/>
            <a:ext cx="3293495" cy="792088"/>
          </a:xfrm>
          <a:prstGeom prst="roundRect">
            <a:avLst/>
          </a:prstGeom>
          <a:solidFill>
            <a:srgbClr val="0C6AC5"/>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chemeClr val="tx1"/>
              </a:solidFill>
              <a:effectLst/>
              <a:latin typeface="黑体" pitchFamily="2" charset="-122"/>
              <a:ea typeface="黑体" pitchFamily="2" charset="-122"/>
            </a:endParaRPr>
          </a:p>
        </p:txBody>
      </p:sp>
      <p:sp>
        <p:nvSpPr>
          <p:cNvPr id="79" name="文本框 78">
            <a:extLst>
              <a:ext uri="{FF2B5EF4-FFF2-40B4-BE49-F238E27FC236}">
                <a16:creationId xmlns:a16="http://schemas.microsoft.com/office/drawing/2014/main" id="{1AEECC5C-BBE4-49C8-822B-DBAE49D7BCE2}"/>
              </a:ext>
            </a:extLst>
          </p:cNvPr>
          <p:cNvSpPr txBox="1"/>
          <p:nvPr/>
        </p:nvSpPr>
        <p:spPr>
          <a:xfrm>
            <a:off x="1572905" y="2452134"/>
            <a:ext cx="2954655" cy="461665"/>
          </a:xfrm>
          <a:prstGeom prst="rect">
            <a:avLst/>
          </a:prstGeom>
          <a:noFill/>
        </p:spPr>
        <p:txBody>
          <a:bodyPr wrap="none" rtlCol="0">
            <a:spAutoFit/>
          </a:bodyPr>
          <a:lstStyle/>
          <a:p>
            <a:r>
              <a:rPr lang="zh-CN" altLang="en-US" sz="2400" b="1" dirty="0">
                <a:solidFill>
                  <a:srgbClr val="C00000"/>
                </a:solidFill>
              </a:rPr>
              <a:t>现象导入与工程背景</a:t>
            </a:r>
          </a:p>
        </p:txBody>
      </p:sp>
      <p:sp>
        <p:nvSpPr>
          <p:cNvPr id="80" name="矩形: 圆角 79">
            <a:extLst>
              <a:ext uri="{FF2B5EF4-FFF2-40B4-BE49-F238E27FC236}">
                <a16:creationId xmlns:a16="http://schemas.microsoft.com/office/drawing/2014/main" id="{A48F7910-D9AB-4047-9968-849840762F95}"/>
              </a:ext>
            </a:extLst>
          </p:cNvPr>
          <p:cNvSpPr/>
          <p:nvPr/>
        </p:nvSpPr>
        <p:spPr bwMode="auto">
          <a:xfrm>
            <a:off x="1433874" y="3413372"/>
            <a:ext cx="3293495" cy="792088"/>
          </a:xfrm>
          <a:prstGeom prst="roundRect">
            <a:avLst/>
          </a:prstGeom>
          <a:solidFill>
            <a:srgbClr val="0C6AC5"/>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chemeClr val="tx1"/>
              </a:solidFill>
              <a:effectLst/>
              <a:latin typeface="黑体" pitchFamily="2" charset="-122"/>
              <a:ea typeface="黑体" pitchFamily="2" charset="-122"/>
            </a:endParaRPr>
          </a:p>
        </p:txBody>
      </p:sp>
      <p:sp>
        <p:nvSpPr>
          <p:cNvPr id="81" name="文本框 80">
            <a:extLst>
              <a:ext uri="{FF2B5EF4-FFF2-40B4-BE49-F238E27FC236}">
                <a16:creationId xmlns:a16="http://schemas.microsoft.com/office/drawing/2014/main" id="{5E0FDF04-3548-4000-AF0A-C3A97EDDAD1E}"/>
              </a:ext>
            </a:extLst>
          </p:cNvPr>
          <p:cNvSpPr txBox="1"/>
          <p:nvPr/>
        </p:nvSpPr>
        <p:spPr>
          <a:xfrm>
            <a:off x="1449405" y="3578583"/>
            <a:ext cx="3262432" cy="461665"/>
          </a:xfrm>
          <a:prstGeom prst="rect">
            <a:avLst/>
          </a:prstGeom>
          <a:noFill/>
        </p:spPr>
        <p:txBody>
          <a:bodyPr wrap="none" rtlCol="0">
            <a:spAutoFit/>
          </a:bodyPr>
          <a:lstStyle/>
          <a:p>
            <a:r>
              <a:rPr lang="zh-CN" altLang="en-US" sz="2400" b="1" dirty="0">
                <a:solidFill>
                  <a:srgbClr val="C00000"/>
                </a:solidFill>
              </a:rPr>
              <a:t>缓流与急流的定性判别</a:t>
            </a:r>
          </a:p>
        </p:txBody>
      </p:sp>
      <p:sp>
        <p:nvSpPr>
          <p:cNvPr id="82" name="矩形: 圆角 81">
            <a:extLst>
              <a:ext uri="{FF2B5EF4-FFF2-40B4-BE49-F238E27FC236}">
                <a16:creationId xmlns:a16="http://schemas.microsoft.com/office/drawing/2014/main" id="{16D3ADD2-B972-4E0E-A15A-79E76F0C3933}"/>
              </a:ext>
            </a:extLst>
          </p:cNvPr>
          <p:cNvSpPr/>
          <p:nvPr/>
        </p:nvSpPr>
        <p:spPr bwMode="auto">
          <a:xfrm>
            <a:off x="1433874" y="4508511"/>
            <a:ext cx="3293495" cy="792088"/>
          </a:xfrm>
          <a:prstGeom prst="roundRect">
            <a:avLst/>
          </a:prstGeom>
          <a:solidFill>
            <a:srgbClr val="0C6AC5"/>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chemeClr val="tx1"/>
              </a:solidFill>
              <a:effectLst/>
              <a:latin typeface="黑体" pitchFamily="2" charset="-122"/>
              <a:ea typeface="黑体" pitchFamily="2" charset="-122"/>
            </a:endParaRPr>
          </a:p>
        </p:txBody>
      </p:sp>
      <p:sp>
        <p:nvSpPr>
          <p:cNvPr id="83" name="文本框 82">
            <a:extLst>
              <a:ext uri="{FF2B5EF4-FFF2-40B4-BE49-F238E27FC236}">
                <a16:creationId xmlns:a16="http://schemas.microsoft.com/office/drawing/2014/main" id="{4C482776-CEED-4344-A249-B91B8BFD3D0D}"/>
              </a:ext>
            </a:extLst>
          </p:cNvPr>
          <p:cNvSpPr txBox="1"/>
          <p:nvPr/>
        </p:nvSpPr>
        <p:spPr>
          <a:xfrm>
            <a:off x="1555703" y="4713310"/>
            <a:ext cx="2954655" cy="461665"/>
          </a:xfrm>
          <a:prstGeom prst="rect">
            <a:avLst/>
          </a:prstGeom>
          <a:noFill/>
        </p:spPr>
        <p:txBody>
          <a:bodyPr wrap="none" rtlCol="0">
            <a:spAutoFit/>
          </a:bodyPr>
          <a:lstStyle/>
          <a:p>
            <a:r>
              <a:rPr lang="zh-CN" altLang="en-US" sz="2400" b="1" dirty="0">
                <a:solidFill>
                  <a:srgbClr val="C00000"/>
                </a:solidFill>
              </a:rPr>
              <a:t>理论推导与定量判别</a:t>
            </a:r>
          </a:p>
        </p:txBody>
      </p:sp>
      <p:sp>
        <p:nvSpPr>
          <p:cNvPr id="84" name="矩形: 圆角 83">
            <a:extLst>
              <a:ext uri="{FF2B5EF4-FFF2-40B4-BE49-F238E27FC236}">
                <a16:creationId xmlns:a16="http://schemas.microsoft.com/office/drawing/2014/main" id="{57A5B693-0537-493F-A780-738737EC912A}"/>
              </a:ext>
            </a:extLst>
          </p:cNvPr>
          <p:cNvSpPr/>
          <p:nvPr/>
        </p:nvSpPr>
        <p:spPr bwMode="auto">
          <a:xfrm>
            <a:off x="1433874" y="5609499"/>
            <a:ext cx="3293495" cy="792088"/>
          </a:xfrm>
          <a:prstGeom prst="roundRect">
            <a:avLst/>
          </a:prstGeom>
          <a:solidFill>
            <a:srgbClr val="0C6AC5"/>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chemeClr val="tx1"/>
              </a:solidFill>
              <a:effectLst/>
              <a:latin typeface="黑体" pitchFamily="2" charset="-122"/>
              <a:ea typeface="黑体" pitchFamily="2" charset="-122"/>
            </a:endParaRPr>
          </a:p>
        </p:txBody>
      </p:sp>
      <p:sp>
        <p:nvSpPr>
          <p:cNvPr id="85" name="文本框 84">
            <a:extLst>
              <a:ext uri="{FF2B5EF4-FFF2-40B4-BE49-F238E27FC236}">
                <a16:creationId xmlns:a16="http://schemas.microsoft.com/office/drawing/2014/main" id="{05668881-AF4F-46F2-9EB3-816415AB2EDB}"/>
              </a:ext>
            </a:extLst>
          </p:cNvPr>
          <p:cNvSpPr txBox="1"/>
          <p:nvPr/>
        </p:nvSpPr>
        <p:spPr>
          <a:xfrm>
            <a:off x="1558526" y="5737041"/>
            <a:ext cx="2954655" cy="461665"/>
          </a:xfrm>
          <a:prstGeom prst="rect">
            <a:avLst/>
          </a:prstGeom>
          <a:noFill/>
        </p:spPr>
        <p:txBody>
          <a:bodyPr wrap="none" rtlCol="0">
            <a:spAutoFit/>
          </a:bodyPr>
          <a:lstStyle/>
          <a:p>
            <a:r>
              <a:rPr lang="zh-CN" altLang="en-US" sz="2400" b="1" dirty="0">
                <a:solidFill>
                  <a:srgbClr val="C00000"/>
                </a:solidFill>
              </a:rPr>
              <a:t>物理意义与工程应用</a:t>
            </a:r>
          </a:p>
        </p:txBody>
      </p:sp>
      <p:cxnSp>
        <p:nvCxnSpPr>
          <p:cNvPr id="86" name="直接箭头连接符 85">
            <a:extLst>
              <a:ext uri="{FF2B5EF4-FFF2-40B4-BE49-F238E27FC236}">
                <a16:creationId xmlns:a16="http://schemas.microsoft.com/office/drawing/2014/main" id="{EE23A960-6DE4-48EE-A9A9-9BF96E36E160}"/>
              </a:ext>
            </a:extLst>
          </p:cNvPr>
          <p:cNvCxnSpPr/>
          <p:nvPr/>
        </p:nvCxnSpPr>
        <p:spPr bwMode="auto">
          <a:xfrm>
            <a:off x="4871864" y="1600355"/>
            <a:ext cx="936104" cy="0"/>
          </a:xfrm>
          <a:prstGeom prst="straightConnector1">
            <a:avLst/>
          </a:prstGeom>
          <a:solidFill>
            <a:schemeClr val="accent1"/>
          </a:solidFill>
          <a:ln w="76200" cap="flat" cmpd="sng" algn="ctr">
            <a:solidFill>
              <a:srgbClr val="0C6AC5"/>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7" name="矩形 86">
            <a:extLst>
              <a:ext uri="{FF2B5EF4-FFF2-40B4-BE49-F238E27FC236}">
                <a16:creationId xmlns:a16="http://schemas.microsoft.com/office/drawing/2014/main" id="{12DF1CDE-D35E-4834-8DF0-370A35A5A0E0}"/>
              </a:ext>
            </a:extLst>
          </p:cNvPr>
          <p:cNvSpPr/>
          <p:nvPr/>
        </p:nvSpPr>
        <p:spPr bwMode="auto">
          <a:xfrm>
            <a:off x="6021542" y="1205323"/>
            <a:ext cx="5280059" cy="881141"/>
          </a:xfrm>
          <a:prstGeom prst="rect">
            <a:avLst/>
          </a:prstGeom>
          <a:noFill/>
          <a:ln w="19050" cap="flat" cmpd="sng" algn="ctr">
            <a:solidFill>
              <a:srgbClr val="0C6AC5"/>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chemeClr val="tx1"/>
              </a:solidFill>
              <a:effectLst/>
              <a:latin typeface="黑体" pitchFamily="2" charset="-122"/>
              <a:ea typeface="黑体" pitchFamily="2" charset="-122"/>
            </a:endParaRPr>
          </a:p>
        </p:txBody>
      </p:sp>
      <p:sp>
        <p:nvSpPr>
          <p:cNvPr id="88" name="文本框 87">
            <a:extLst>
              <a:ext uri="{FF2B5EF4-FFF2-40B4-BE49-F238E27FC236}">
                <a16:creationId xmlns:a16="http://schemas.microsoft.com/office/drawing/2014/main" id="{A6FA488A-E138-458E-9E14-A180D2854E4C}"/>
              </a:ext>
            </a:extLst>
          </p:cNvPr>
          <p:cNvSpPr txBox="1"/>
          <p:nvPr/>
        </p:nvSpPr>
        <p:spPr>
          <a:xfrm>
            <a:off x="6096000" y="1163136"/>
            <a:ext cx="3696229" cy="1015663"/>
          </a:xfrm>
          <a:prstGeom prst="rect">
            <a:avLst/>
          </a:prstGeom>
          <a:noFill/>
        </p:spPr>
        <p:txBody>
          <a:bodyPr wrap="square" rtlCol="0">
            <a:spAutoFit/>
          </a:bodyPr>
          <a:lstStyle/>
          <a:p>
            <a:pPr algn="just"/>
            <a:r>
              <a:rPr lang="zh-CN" altLang="en-US" sz="2000" b="1" dirty="0">
                <a:solidFill>
                  <a:srgbClr val="C00000"/>
                </a:solidFill>
              </a:rPr>
              <a:t>回顾</a:t>
            </a:r>
            <a:r>
              <a:rPr lang="zh-CN" altLang="en-US" sz="2000" b="1" dirty="0">
                <a:solidFill>
                  <a:srgbClr val="053FB5"/>
                </a:solidFill>
              </a:rPr>
              <a:t>明渠水流的基本特性：恒定流与非恒定流、均匀流与非均匀流</a:t>
            </a:r>
            <a:endParaRPr lang="en-US" altLang="zh-CN" sz="2000" b="1" dirty="0">
              <a:solidFill>
                <a:srgbClr val="053FB5"/>
              </a:solidFill>
            </a:endParaRPr>
          </a:p>
        </p:txBody>
      </p:sp>
      <p:sp>
        <p:nvSpPr>
          <p:cNvPr id="89" name="文本框 88">
            <a:extLst>
              <a:ext uri="{FF2B5EF4-FFF2-40B4-BE49-F238E27FC236}">
                <a16:creationId xmlns:a16="http://schemas.microsoft.com/office/drawing/2014/main" id="{DD431C8E-1388-4607-8DAE-503E5003290F}"/>
              </a:ext>
            </a:extLst>
          </p:cNvPr>
          <p:cNvSpPr txBox="1"/>
          <p:nvPr/>
        </p:nvSpPr>
        <p:spPr>
          <a:xfrm>
            <a:off x="6096000" y="2375957"/>
            <a:ext cx="3626673" cy="707886"/>
          </a:xfrm>
          <a:prstGeom prst="rect">
            <a:avLst/>
          </a:prstGeom>
          <a:noFill/>
        </p:spPr>
        <p:txBody>
          <a:bodyPr wrap="square" rtlCol="0">
            <a:spAutoFit/>
          </a:bodyPr>
          <a:lstStyle/>
          <a:p>
            <a:r>
              <a:rPr lang="zh-CN" altLang="en-US" sz="2000" b="1" dirty="0">
                <a:solidFill>
                  <a:srgbClr val="C00000"/>
                </a:solidFill>
              </a:rPr>
              <a:t>认识</a:t>
            </a:r>
            <a:r>
              <a:rPr lang="zh-CN" altLang="en-US" sz="2000" b="1" dirty="0">
                <a:solidFill>
                  <a:srgbClr val="053FB5"/>
                </a:solidFill>
              </a:rPr>
              <a:t>流态对航行与工程安全的影响</a:t>
            </a:r>
            <a:endParaRPr lang="en-US" altLang="zh-CN" sz="2000" b="1" dirty="0">
              <a:solidFill>
                <a:srgbClr val="053FB5"/>
              </a:solidFill>
            </a:endParaRPr>
          </a:p>
        </p:txBody>
      </p:sp>
      <p:sp>
        <p:nvSpPr>
          <p:cNvPr id="90" name="文本框 89">
            <a:extLst>
              <a:ext uri="{FF2B5EF4-FFF2-40B4-BE49-F238E27FC236}">
                <a16:creationId xmlns:a16="http://schemas.microsoft.com/office/drawing/2014/main" id="{B382ACB0-378C-49ED-A606-800EB918F090}"/>
              </a:ext>
            </a:extLst>
          </p:cNvPr>
          <p:cNvSpPr txBox="1"/>
          <p:nvPr/>
        </p:nvSpPr>
        <p:spPr>
          <a:xfrm>
            <a:off x="6095999" y="3421152"/>
            <a:ext cx="3622769" cy="707886"/>
          </a:xfrm>
          <a:prstGeom prst="rect">
            <a:avLst/>
          </a:prstGeom>
          <a:noFill/>
        </p:spPr>
        <p:txBody>
          <a:bodyPr wrap="square" rtlCol="0">
            <a:spAutoFit/>
          </a:bodyPr>
          <a:lstStyle/>
          <a:p>
            <a:r>
              <a:rPr lang="zh-CN" altLang="en-US" sz="2000" b="1" dirty="0">
                <a:solidFill>
                  <a:srgbClr val="C00000"/>
                </a:solidFill>
              </a:rPr>
              <a:t>理解</a:t>
            </a:r>
            <a:r>
              <a:rPr lang="zh-CN" altLang="en-US" sz="2000" b="1" dirty="0">
                <a:solidFill>
                  <a:srgbClr val="053FB5"/>
                </a:solidFill>
              </a:rPr>
              <a:t>干扰微波与水流流动的本质关系</a:t>
            </a:r>
            <a:endParaRPr lang="en-US" altLang="zh-CN" sz="2000" b="1" dirty="0">
              <a:solidFill>
                <a:srgbClr val="053FB5"/>
              </a:solidFill>
            </a:endParaRPr>
          </a:p>
        </p:txBody>
      </p:sp>
      <p:sp>
        <p:nvSpPr>
          <p:cNvPr id="91" name="文本框 90">
            <a:extLst>
              <a:ext uri="{FF2B5EF4-FFF2-40B4-BE49-F238E27FC236}">
                <a16:creationId xmlns:a16="http://schemas.microsoft.com/office/drawing/2014/main" id="{299FCFA5-B5B4-4C58-A4AB-E104E3E9CA06}"/>
              </a:ext>
            </a:extLst>
          </p:cNvPr>
          <p:cNvSpPr txBox="1"/>
          <p:nvPr/>
        </p:nvSpPr>
        <p:spPr>
          <a:xfrm>
            <a:off x="6096000" y="4417575"/>
            <a:ext cx="3622768" cy="707886"/>
          </a:xfrm>
          <a:prstGeom prst="rect">
            <a:avLst/>
          </a:prstGeom>
          <a:noFill/>
        </p:spPr>
        <p:txBody>
          <a:bodyPr wrap="square" rtlCol="0">
            <a:spAutoFit/>
          </a:bodyPr>
          <a:lstStyle/>
          <a:p>
            <a:r>
              <a:rPr lang="zh-CN" altLang="en-US" sz="2000" b="1" dirty="0">
                <a:solidFill>
                  <a:srgbClr val="C00000"/>
                </a:solidFill>
              </a:rPr>
              <a:t>掌握</a:t>
            </a:r>
            <a:r>
              <a:rPr lang="zh-CN" altLang="en-US" sz="2000" b="1" dirty="0">
                <a:solidFill>
                  <a:srgbClr val="053FB5"/>
                </a:solidFill>
              </a:rPr>
              <a:t>微波波速计算与弗劳德数</a:t>
            </a:r>
            <a:r>
              <a:rPr lang="en-US" altLang="zh-CN" sz="2000" b="1" i="1" dirty="0">
                <a:solidFill>
                  <a:srgbClr val="053FB5"/>
                </a:solidFill>
                <a:latin typeface="Times New Roman" panose="02020603050405020304" pitchFamily="18" charset="0"/>
                <a:cs typeface="Times New Roman" panose="02020603050405020304" pitchFamily="18" charset="0"/>
              </a:rPr>
              <a:t>Fr</a:t>
            </a:r>
            <a:r>
              <a:rPr lang="zh-CN" altLang="en-US" sz="2000" b="1" dirty="0">
                <a:solidFill>
                  <a:srgbClr val="053FB5"/>
                </a:solidFill>
              </a:rPr>
              <a:t>计算</a:t>
            </a:r>
            <a:endParaRPr lang="en-US" altLang="zh-CN" sz="2000" b="1" dirty="0">
              <a:solidFill>
                <a:srgbClr val="053FB5"/>
              </a:solidFill>
            </a:endParaRPr>
          </a:p>
        </p:txBody>
      </p:sp>
      <p:sp>
        <p:nvSpPr>
          <p:cNvPr id="92" name="文本框 91">
            <a:extLst>
              <a:ext uri="{FF2B5EF4-FFF2-40B4-BE49-F238E27FC236}">
                <a16:creationId xmlns:a16="http://schemas.microsoft.com/office/drawing/2014/main" id="{962748B9-CA4C-4A7B-A922-76DB86BE1189}"/>
              </a:ext>
            </a:extLst>
          </p:cNvPr>
          <p:cNvSpPr txBox="1"/>
          <p:nvPr/>
        </p:nvSpPr>
        <p:spPr>
          <a:xfrm>
            <a:off x="6096000" y="5506209"/>
            <a:ext cx="3622768" cy="707886"/>
          </a:xfrm>
          <a:prstGeom prst="rect">
            <a:avLst/>
          </a:prstGeom>
          <a:noFill/>
        </p:spPr>
        <p:txBody>
          <a:bodyPr wrap="square" rtlCol="0">
            <a:spAutoFit/>
          </a:bodyPr>
          <a:lstStyle/>
          <a:p>
            <a:r>
              <a:rPr lang="zh-CN" altLang="en-US" sz="2000" b="1" dirty="0">
                <a:solidFill>
                  <a:srgbClr val="C00000"/>
                </a:solidFill>
              </a:rPr>
              <a:t>了解</a:t>
            </a:r>
            <a:r>
              <a:rPr lang="zh-CN" altLang="en-US" sz="2000" b="1" dirty="0">
                <a:solidFill>
                  <a:srgbClr val="053FB5"/>
                </a:solidFill>
              </a:rPr>
              <a:t>弗劳德数力学意义及在水工物理模型中的应用</a:t>
            </a:r>
            <a:endParaRPr lang="en-US" altLang="zh-CN" sz="2000" b="1" dirty="0">
              <a:solidFill>
                <a:srgbClr val="053FB5"/>
              </a:solidFill>
            </a:endParaRPr>
          </a:p>
        </p:txBody>
      </p:sp>
      <p:cxnSp>
        <p:nvCxnSpPr>
          <p:cNvPr id="93" name="直接箭头连接符 92">
            <a:extLst>
              <a:ext uri="{FF2B5EF4-FFF2-40B4-BE49-F238E27FC236}">
                <a16:creationId xmlns:a16="http://schemas.microsoft.com/office/drawing/2014/main" id="{8FA2C0B9-1CF9-4199-B8D2-1AFE2DE951C5}"/>
              </a:ext>
            </a:extLst>
          </p:cNvPr>
          <p:cNvCxnSpPr/>
          <p:nvPr/>
        </p:nvCxnSpPr>
        <p:spPr bwMode="auto">
          <a:xfrm>
            <a:off x="4871864" y="2707275"/>
            <a:ext cx="936104" cy="0"/>
          </a:xfrm>
          <a:prstGeom prst="straightConnector1">
            <a:avLst/>
          </a:prstGeom>
          <a:solidFill>
            <a:schemeClr val="accent1"/>
          </a:solidFill>
          <a:ln w="76200" cap="flat" cmpd="sng" algn="ctr">
            <a:solidFill>
              <a:srgbClr val="0C6AC5"/>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直接箭头连接符 93">
            <a:extLst>
              <a:ext uri="{FF2B5EF4-FFF2-40B4-BE49-F238E27FC236}">
                <a16:creationId xmlns:a16="http://schemas.microsoft.com/office/drawing/2014/main" id="{5BE7A851-D718-4D91-872C-26A42C18BF24}"/>
              </a:ext>
            </a:extLst>
          </p:cNvPr>
          <p:cNvCxnSpPr/>
          <p:nvPr/>
        </p:nvCxnSpPr>
        <p:spPr bwMode="auto">
          <a:xfrm>
            <a:off x="4871864" y="3781579"/>
            <a:ext cx="936104" cy="0"/>
          </a:xfrm>
          <a:prstGeom prst="straightConnector1">
            <a:avLst/>
          </a:prstGeom>
          <a:solidFill>
            <a:schemeClr val="accent1"/>
          </a:solidFill>
          <a:ln w="76200" cap="flat" cmpd="sng" algn="ctr">
            <a:solidFill>
              <a:srgbClr val="0C6AC5"/>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5" name="直接箭头连接符 94">
            <a:extLst>
              <a:ext uri="{FF2B5EF4-FFF2-40B4-BE49-F238E27FC236}">
                <a16:creationId xmlns:a16="http://schemas.microsoft.com/office/drawing/2014/main" id="{FA03C39C-7194-4D7F-8A90-6B535E4B2B5A}"/>
              </a:ext>
            </a:extLst>
          </p:cNvPr>
          <p:cNvCxnSpPr/>
          <p:nvPr/>
        </p:nvCxnSpPr>
        <p:spPr bwMode="auto">
          <a:xfrm>
            <a:off x="4871864" y="4876718"/>
            <a:ext cx="936104" cy="0"/>
          </a:xfrm>
          <a:prstGeom prst="straightConnector1">
            <a:avLst/>
          </a:prstGeom>
          <a:solidFill>
            <a:schemeClr val="accent1"/>
          </a:solidFill>
          <a:ln w="76200" cap="flat" cmpd="sng" algn="ctr">
            <a:solidFill>
              <a:srgbClr val="0C6AC5"/>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 name="直接箭头连接符 95">
            <a:extLst>
              <a:ext uri="{FF2B5EF4-FFF2-40B4-BE49-F238E27FC236}">
                <a16:creationId xmlns:a16="http://schemas.microsoft.com/office/drawing/2014/main" id="{2440C7BB-15B8-434F-B40F-C1BECAFA385D}"/>
              </a:ext>
            </a:extLst>
          </p:cNvPr>
          <p:cNvCxnSpPr/>
          <p:nvPr/>
        </p:nvCxnSpPr>
        <p:spPr bwMode="auto">
          <a:xfrm>
            <a:off x="4871864" y="5968782"/>
            <a:ext cx="936104" cy="0"/>
          </a:xfrm>
          <a:prstGeom prst="straightConnector1">
            <a:avLst/>
          </a:prstGeom>
          <a:solidFill>
            <a:schemeClr val="accent1"/>
          </a:solidFill>
          <a:ln w="76200" cap="flat" cmpd="sng" algn="ctr">
            <a:solidFill>
              <a:srgbClr val="0C6AC5"/>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直接箭头连接符 96">
            <a:extLst>
              <a:ext uri="{FF2B5EF4-FFF2-40B4-BE49-F238E27FC236}">
                <a16:creationId xmlns:a16="http://schemas.microsoft.com/office/drawing/2014/main" id="{9AF6F1B9-2B42-4EC8-A6C4-E070E70EE88A}"/>
              </a:ext>
            </a:extLst>
          </p:cNvPr>
          <p:cNvCxnSpPr/>
          <p:nvPr/>
        </p:nvCxnSpPr>
        <p:spPr bwMode="auto">
          <a:xfrm flipH="1">
            <a:off x="3048528" y="3106349"/>
            <a:ext cx="479" cy="283221"/>
          </a:xfrm>
          <a:prstGeom prst="straightConnector1">
            <a:avLst/>
          </a:prstGeom>
          <a:solidFill>
            <a:schemeClr val="accent1"/>
          </a:solidFill>
          <a:ln w="38100" cap="flat" cmpd="sng" algn="ctr">
            <a:solidFill>
              <a:srgbClr val="C00000"/>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 name="直接箭头连接符 97">
            <a:extLst>
              <a:ext uri="{FF2B5EF4-FFF2-40B4-BE49-F238E27FC236}">
                <a16:creationId xmlns:a16="http://schemas.microsoft.com/office/drawing/2014/main" id="{A07A6402-1F71-4E56-8A6B-F68C954078D1}"/>
              </a:ext>
            </a:extLst>
          </p:cNvPr>
          <p:cNvCxnSpPr/>
          <p:nvPr/>
        </p:nvCxnSpPr>
        <p:spPr bwMode="auto">
          <a:xfrm flipH="1">
            <a:off x="3039834" y="4228881"/>
            <a:ext cx="479" cy="283221"/>
          </a:xfrm>
          <a:prstGeom prst="straightConnector1">
            <a:avLst/>
          </a:prstGeom>
          <a:solidFill>
            <a:schemeClr val="accent1"/>
          </a:solidFill>
          <a:ln w="38100" cap="flat" cmpd="sng" algn="ctr">
            <a:solidFill>
              <a:srgbClr val="C00000"/>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直接箭头连接符 98">
            <a:extLst>
              <a:ext uri="{FF2B5EF4-FFF2-40B4-BE49-F238E27FC236}">
                <a16:creationId xmlns:a16="http://schemas.microsoft.com/office/drawing/2014/main" id="{8E85C2A4-46E4-46E0-8B70-DB367800F3FA}"/>
              </a:ext>
            </a:extLst>
          </p:cNvPr>
          <p:cNvCxnSpPr/>
          <p:nvPr/>
        </p:nvCxnSpPr>
        <p:spPr bwMode="auto">
          <a:xfrm flipH="1">
            <a:off x="3048528" y="5329425"/>
            <a:ext cx="479" cy="283221"/>
          </a:xfrm>
          <a:prstGeom prst="straightConnector1">
            <a:avLst/>
          </a:prstGeom>
          <a:solidFill>
            <a:schemeClr val="accent1"/>
          </a:solidFill>
          <a:ln w="38100" cap="flat" cmpd="sng" algn="ctr">
            <a:solidFill>
              <a:srgbClr val="C00000"/>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00" name="Picture 8">
            <a:extLst>
              <a:ext uri="{FF2B5EF4-FFF2-40B4-BE49-F238E27FC236}">
                <a16:creationId xmlns:a16="http://schemas.microsoft.com/office/drawing/2014/main" id="{12D11704-61B3-4C82-9F67-445D4E47A6E6}"/>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6282"/>
          <a:stretch/>
        </p:blipFill>
        <p:spPr bwMode="auto">
          <a:xfrm>
            <a:off x="9767198" y="5536615"/>
            <a:ext cx="1499838" cy="82745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cxnSp>
        <p:nvCxnSpPr>
          <p:cNvPr id="101" name="直接箭头连接符 100">
            <a:extLst>
              <a:ext uri="{FF2B5EF4-FFF2-40B4-BE49-F238E27FC236}">
                <a16:creationId xmlns:a16="http://schemas.microsoft.com/office/drawing/2014/main" id="{A1937D91-529E-488B-8830-20D68A75555B}"/>
              </a:ext>
            </a:extLst>
          </p:cNvPr>
          <p:cNvCxnSpPr/>
          <p:nvPr/>
        </p:nvCxnSpPr>
        <p:spPr bwMode="auto">
          <a:xfrm flipH="1">
            <a:off x="3044222" y="1982264"/>
            <a:ext cx="479" cy="283221"/>
          </a:xfrm>
          <a:prstGeom prst="straightConnector1">
            <a:avLst/>
          </a:prstGeom>
          <a:solidFill>
            <a:schemeClr val="accent1"/>
          </a:solidFill>
          <a:ln w="38100" cap="flat" cmpd="sng" algn="ctr">
            <a:solidFill>
              <a:srgbClr val="C00000"/>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02" name="Picture 2">
            <a:extLst>
              <a:ext uri="{FF2B5EF4-FFF2-40B4-BE49-F238E27FC236}">
                <a16:creationId xmlns:a16="http://schemas.microsoft.com/office/drawing/2014/main" id="{AECD116A-BC77-4DC7-965B-3951981026AA}"/>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t="552" b="11005"/>
          <a:stretch/>
        </p:blipFill>
        <p:spPr bwMode="auto">
          <a:xfrm>
            <a:off x="9780182" y="1267115"/>
            <a:ext cx="1463910" cy="783523"/>
          </a:xfrm>
          <a:prstGeom prst="rect">
            <a:avLst/>
          </a:prstGeom>
          <a:noFill/>
          <a:extLst>
            <a:ext uri="{909E8E84-426E-40DD-AFC4-6F175D3DCCD1}">
              <a14:hiddenFill xmlns:a14="http://schemas.microsoft.com/office/drawing/2010/main">
                <a:solidFill>
                  <a:srgbClr val="FFFFFF"/>
                </a:solidFill>
              </a14:hiddenFill>
            </a:ext>
          </a:extLst>
        </p:spPr>
      </p:pic>
      <p:pic>
        <p:nvPicPr>
          <p:cNvPr id="103" name="图片 102">
            <a:extLst>
              <a:ext uri="{FF2B5EF4-FFF2-40B4-BE49-F238E27FC236}">
                <a16:creationId xmlns:a16="http://schemas.microsoft.com/office/drawing/2014/main" id="{B4A9CA59-445C-4198-ADCA-58775690918A}"/>
              </a:ext>
            </a:extLst>
          </p:cNvPr>
          <p:cNvPicPr>
            <a:picLocks noChangeAspect="1"/>
          </p:cNvPicPr>
          <p:nvPr/>
        </p:nvPicPr>
        <p:blipFill rotWithShape="1">
          <a:blip r:embed="rId7"/>
          <a:srcRect l="11684" t="48416" r="8274" b="5563"/>
          <a:stretch/>
        </p:blipFill>
        <p:spPr>
          <a:xfrm>
            <a:off x="9780182" y="2312805"/>
            <a:ext cx="1465451" cy="781172"/>
          </a:xfrm>
          <a:prstGeom prst="rect">
            <a:avLst/>
          </a:prstGeom>
        </p:spPr>
      </p:pic>
      <p:pic>
        <p:nvPicPr>
          <p:cNvPr id="104" name="Picture 2">
            <a:extLst>
              <a:ext uri="{FF2B5EF4-FFF2-40B4-BE49-F238E27FC236}">
                <a16:creationId xmlns:a16="http://schemas.microsoft.com/office/drawing/2014/main" id="{E12769F1-B25B-47D3-B6E1-EBE018DDA1F9}"/>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t="8420" r="10706" b="13460"/>
          <a:stretch/>
        </p:blipFill>
        <p:spPr bwMode="auto">
          <a:xfrm>
            <a:off x="9786445" y="3374136"/>
            <a:ext cx="1445564" cy="798733"/>
          </a:xfrm>
          <a:prstGeom prst="rect">
            <a:avLst/>
          </a:prstGeom>
          <a:noFill/>
          <a:extLst>
            <a:ext uri="{909E8E84-426E-40DD-AFC4-6F175D3DCCD1}">
              <a14:hiddenFill xmlns:a14="http://schemas.microsoft.com/office/drawing/2010/main">
                <a:solidFill>
                  <a:srgbClr val="FFFFFF"/>
                </a:solidFill>
              </a14:hiddenFill>
            </a:ext>
          </a:extLst>
        </p:spPr>
      </p:pic>
      <p:pic>
        <p:nvPicPr>
          <p:cNvPr id="105" name="图片 104">
            <a:extLst>
              <a:ext uri="{FF2B5EF4-FFF2-40B4-BE49-F238E27FC236}">
                <a16:creationId xmlns:a16="http://schemas.microsoft.com/office/drawing/2014/main" id="{FBFF0A5A-FFAF-4D0B-9D7C-3E5F06B194BE}"/>
              </a:ext>
            </a:extLst>
          </p:cNvPr>
          <p:cNvPicPr>
            <a:picLocks noChangeAspect="1"/>
          </p:cNvPicPr>
          <p:nvPr/>
        </p:nvPicPr>
        <p:blipFill rotWithShape="1">
          <a:blip r:embed="rId9"/>
          <a:srcRect r="30518"/>
          <a:stretch/>
        </p:blipFill>
        <p:spPr>
          <a:xfrm>
            <a:off x="9792708" y="4472386"/>
            <a:ext cx="1451827" cy="832261"/>
          </a:xfrm>
          <a:prstGeom prst="rect">
            <a:avLst/>
          </a:prstGeom>
        </p:spPr>
      </p:pic>
    </p:spTree>
    <p:extLst>
      <p:ext uri="{BB962C8B-B14F-4D97-AF65-F5344CB8AC3E}">
        <p14:creationId xmlns:p14="http://schemas.microsoft.com/office/powerpoint/2010/main" val="4068218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5"/>
                                        </p:tgtEl>
                                        <p:attrNameLst>
                                          <p:attrName>style.visibility</p:attrName>
                                        </p:attrNameLst>
                                      </p:cBhvr>
                                      <p:to>
                                        <p:strVal val="visible"/>
                                      </p:to>
                                    </p:set>
                                    <p:anim calcmode="lin" valueType="num">
                                      <p:cBhvr additive="base">
                                        <p:cTn id="7" dur="500" fill="hold"/>
                                        <p:tgtEl>
                                          <p:spTgt spid="75"/>
                                        </p:tgtEl>
                                        <p:attrNameLst>
                                          <p:attrName>ppt_x</p:attrName>
                                        </p:attrNameLst>
                                      </p:cBhvr>
                                      <p:tavLst>
                                        <p:tav tm="0">
                                          <p:val>
                                            <p:strVal val="#ppt_x"/>
                                          </p:val>
                                        </p:tav>
                                        <p:tav tm="100000">
                                          <p:val>
                                            <p:strVal val="#ppt_x"/>
                                          </p:val>
                                        </p:tav>
                                      </p:tavLst>
                                    </p:anim>
                                    <p:anim calcmode="lin" valueType="num">
                                      <p:cBhvr additive="base">
                                        <p:cTn id="8" dur="500" fill="hold"/>
                                        <p:tgtEl>
                                          <p:spTgt spid="7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8"/>
                                        </p:tgtEl>
                                        <p:attrNameLst>
                                          <p:attrName>style.visibility</p:attrName>
                                        </p:attrNameLst>
                                      </p:cBhvr>
                                      <p:to>
                                        <p:strVal val="visible"/>
                                      </p:to>
                                    </p:set>
                                    <p:anim calcmode="lin" valueType="num">
                                      <p:cBhvr additive="base">
                                        <p:cTn id="11" dur="500" fill="hold"/>
                                        <p:tgtEl>
                                          <p:spTgt spid="78"/>
                                        </p:tgtEl>
                                        <p:attrNameLst>
                                          <p:attrName>ppt_x</p:attrName>
                                        </p:attrNameLst>
                                      </p:cBhvr>
                                      <p:tavLst>
                                        <p:tav tm="0">
                                          <p:val>
                                            <p:strVal val="#ppt_x"/>
                                          </p:val>
                                        </p:tav>
                                        <p:tav tm="100000">
                                          <p:val>
                                            <p:strVal val="#ppt_x"/>
                                          </p:val>
                                        </p:tav>
                                      </p:tavLst>
                                    </p:anim>
                                    <p:anim calcmode="lin" valueType="num">
                                      <p:cBhvr additive="base">
                                        <p:cTn id="12" dur="500" fill="hold"/>
                                        <p:tgtEl>
                                          <p:spTgt spid="7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9"/>
                                        </p:tgtEl>
                                        <p:attrNameLst>
                                          <p:attrName>style.visibility</p:attrName>
                                        </p:attrNameLst>
                                      </p:cBhvr>
                                      <p:to>
                                        <p:strVal val="visible"/>
                                      </p:to>
                                    </p:set>
                                    <p:anim calcmode="lin" valueType="num">
                                      <p:cBhvr additive="base">
                                        <p:cTn id="15" dur="500" fill="hold"/>
                                        <p:tgtEl>
                                          <p:spTgt spid="79"/>
                                        </p:tgtEl>
                                        <p:attrNameLst>
                                          <p:attrName>ppt_x</p:attrName>
                                        </p:attrNameLst>
                                      </p:cBhvr>
                                      <p:tavLst>
                                        <p:tav tm="0">
                                          <p:val>
                                            <p:strVal val="#ppt_x"/>
                                          </p:val>
                                        </p:tav>
                                        <p:tav tm="100000">
                                          <p:val>
                                            <p:strVal val="#ppt_x"/>
                                          </p:val>
                                        </p:tav>
                                      </p:tavLst>
                                    </p:anim>
                                    <p:anim calcmode="lin" valueType="num">
                                      <p:cBhvr additive="base">
                                        <p:cTn id="16" dur="500" fill="hold"/>
                                        <p:tgtEl>
                                          <p:spTgt spid="7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89"/>
                                        </p:tgtEl>
                                        <p:attrNameLst>
                                          <p:attrName>style.visibility</p:attrName>
                                        </p:attrNameLst>
                                      </p:cBhvr>
                                      <p:to>
                                        <p:strVal val="visible"/>
                                      </p:to>
                                    </p:set>
                                    <p:anim calcmode="lin" valueType="num">
                                      <p:cBhvr additive="base">
                                        <p:cTn id="19" dur="500" fill="hold"/>
                                        <p:tgtEl>
                                          <p:spTgt spid="89"/>
                                        </p:tgtEl>
                                        <p:attrNameLst>
                                          <p:attrName>ppt_x</p:attrName>
                                        </p:attrNameLst>
                                      </p:cBhvr>
                                      <p:tavLst>
                                        <p:tav tm="0">
                                          <p:val>
                                            <p:strVal val="#ppt_x"/>
                                          </p:val>
                                        </p:tav>
                                        <p:tav tm="100000">
                                          <p:val>
                                            <p:strVal val="#ppt_x"/>
                                          </p:val>
                                        </p:tav>
                                      </p:tavLst>
                                    </p:anim>
                                    <p:anim calcmode="lin" valueType="num">
                                      <p:cBhvr additive="base">
                                        <p:cTn id="20" dur="500" fill="hold"/>
                                        <p:tgtEl>
                                          <p:spTgt spid="89"/>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93"/>
                                        </p:tgtEl>
                                        <p:attrNameLst>
                                          <p:attrName>style.visibility</p:attrName>
                                        </p:attrNameLst>
                                      </p:cBhvr>
                                      <p:to>
                                        <p:strVal val="visible"/>
                                      </p:to>
                                    </p:set>
                                    <p:anim calcmode="lin" valueType="num">
                                      <p:cBhvr additive="base">
                                        <p:cTn id="23" dur="500" fill="hold"/>
                                        <p:tgtEl>
                                          <p:spTgt spid="93"/>
                                        </p:tgtEl>
                                        <p:attrNameLst>
                                          <p:attrName>ppt_x</p:attrName>
                                        </p:attrNameLst>
                                      </p:cBhvr>
                                      <p:tavLst>
                                        <p:tav tm="0">
                                          <p:val>
                                            <p:strVal val="#ppt_x"/>
                                          </p:val>
                                        </p:tav>
                                        <p:tav tm="100000">
                                          <p:val>
                                            <p:strVal val="#ppt_x"/>
                                          </p:val>
                                        </p:tav>
                                      </p:tavLst>
                                    </p:anim>
                                    <p:anim calcmode="lin" valueType="num">
                                      <p:cBhvr additive="base">
                                        <p:cTn id="24" dur="500" fill="hold"/>
                                        <p:tgtEl>
                                          <p:spTgt spid="93"/>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01"/>
                                        </p:tgtEl>
                                        <p:attrNameLst>
                                          <p:attrName>style.visibility</p:attrName>
                                        </p:attrNameLst>
                                      </p:cBhvr>
                                      <p:to>
                                        <p:strVal val="visible"/>
                                      </p:to>
                                    </p:set>
                                    <p:anim calcmode="lin" valueType="num">
                                      <p:cBhvr additive="base">
                                        <p:cTn id="27" dur="500" fill="hold"/>
                                        <p:tgtEl>
                                          <p:spTgt spid="101"/>
                                        </p:tgtEl>
                                        <p:attrNameLst>
                                          <p:attrName>ppt_x</p:attrName>
                                        </p:attrNameLst>
                                      </p:cBhvr>
                                      <p:tavLst>
                                        <p:tav tm="0">
                                          <p:val>
                                            <p:strVal val="#ppt_x"/>
                                          </p:val>
                                        </p:tav>
                                        <p:tav tm="100000">
                                          <p:val>
                                            <p:strVal val="#ppt_x"/>
                                          </p:val>
                                        </p:tav>
                                      </p:tavLst>
                                    </p:anim>
                                    <p:anim calcmode="lin" valueType="num">
                                      <p:cBhvr additive="base">
                                        <p:cTn id="28" dur="500" fill="hold"/>
                                        <p:tgtEl>
                                          <p:spTgt spid="101"/>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03"/>
                                        </p:tgtEl>
                                        <p:attrNameLst>
                                          <p:attrName>style.visibility</p:attrName>
                                        </p:attrNameLst>
                                      </p:cBhvr>
                                      <p:to>
                                        <p:strVal val="visible"/>
                                      </p:to>
                                    </p:set>
                                    <p:anim calcmode="lin" valueType="num">
                                      <p:cBhvr additive="base">
                                        <p:cTn id="31" dur="500" fill="hold"/>
                                        <p:tgtEl>
                                          <p:spTgt spid="103"/>
                                        </p:tgtEl>
                                        <p:attrNameLst>
                                          <p:attrName>ppt_x</p:attrName>
                                        </p:attrNameLst>
                                      </p:cBhvr>
                                      <p:tavLst>
                                        <p:tav tm="0">
                                          <p:val>
                                            <p:strVal val="#ppt_x"/>
                                          </p:val>
                                        </p:tav>
                                        <p:tav tm="100000">
                                          <p:val>
                                            <p:strVal val="#ppt_x"/>
                                          </p:val>
                                        </p:tav>
                                      </p:tavLst>
                                    </p:anim>
                                    <p:anim calcmode="lin" valueType="num">
                                      <p:cBhvr additive="base">
                                        <p:cTn id="32" dur="500" fill="hold"/>
                                        <p:tgtEl>
                                          <p:spTgt spid="10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4"/>
                                        </p:tgtEl>
                                        <p:attrNameLst>
                                          <p:attrName>style.visibility</p:attrName>
                                        </p:attrNameLst>
                                      </p:cBhvr>
                                      <p:to>
                                        <p:strVal val="visible"/>
                                      </p:to>
                                    </p:set>
                                    <p:anim calcmode="lin" valueType="num">
                                      <p:cBhvr additive="base">
                                        <p:cTn id="37" dur="500" fill="hold"/>
                                        <p:tgtEl>
                                          <p:spTgt spid="74"/>
                                        </p:tgtEl>
                                        <p:attrNameLst>
                                          <p:attrName>ppt_x</p:attrName>
                                        </p:attrNameLst>
                                      </p:cBhvr>
                                      <p:tavLst>
                                        <p:tav tm="0">
                                          <p:val>
                                            <p:strVal val="#ppt_x"/>
                                          </p:val>
                                        </p:tav>
                                        <p:tav tm="100000">
                                          <p:val>
                                            <p:strVal val="#ppt_x"/>
                                          </p:val>
                                        </p:tav>
                                      </p:tavLst>
                                    </p:anim>
                                    <p:anim calcmode="lin" valueType="num">
                                      <p:cBhvr additive="base">
                                        <p:cTn id="38" dur="500" fill="hold"/>
                                        <p:tgtEl>
                                          <p:spTgt spid="74"/>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80"/>
                                        </p:tgtEl>
                                        <p:attrNameLst>
                                          <p:attrName>style.visibility</p:attrName>
                                        </p:attrNameLst>
                                      </p:cBhvr>
                                      <p:to>
                                        <p:strVal val="visible"/>
                                      </p:to>
                                    </p:set>
                                    <p:anim calcmode="lin" valueType="num">
                                      <p:cBhvr additive="base">
                                        <p:cTn id="41" dur="500" fill="hold"/>
                                        <p:tgtEl>
                                          <p:spTgt spid="80"/>
                                        </p:tgtEl>
                                        <p:attrNameLst>
                                          <p:attrName>ppt_x</p:attrName>
                                        </p:attrNameLst>
                                      </p:cBhvr>
                                      <p:tavLst>
                                        <p:tav tm="0">
                                          <p:val>
                                            <p:strVal val="#ppt_x"/>
                                          </p:val>
                                        </p:tav>
                                        <p:tav tm="100000">
                                          <p:val>
                                            <p:strVal val="#ppt_x"/>
                                          </p:val>
                                        </p:tav>
                                      </p:tavLst>
                                    </p:anim>
                                    <p:anim calcmode="lin" valueType="num">
                                      <p:cBhvr additive="base">
                                        <p:cTn id="42" dur="500" fill="hold"/>
                                        <p:tgtEl>
                                          <p:spTgt spid="80"/>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81"/>
                                        </p:tgtEl>
                                        <p:attrNameLst>
                                          <p:attrName>style.visibility</p:attrName>
                                        </p:attrNameLst>
                                      </p:cBhvr>
                                      <p:to>
                                        <p:strVal val="visible"/>
                                      </p:to>
                                    </p:set>
                                    <p:anim calcmode="lin" valueType="num">
                                      <p:cBhvr additive="base">
                                        <p:cTn id="45" dur="500" fill="hold"/>
                                        <p:tgtEl>
                                          <p:spTgt spid="81"/>
                                        </p:tgtEl>
                                        <p:attrNameLst>
                                          <p:attrName>ppt_x</p:attrName>
                                        </p:attrNameLst>
                                      </p:cBhvr>
                                      <p:tavLst>
                                        <p:tav tm="0">
                                          <p:val>
                                            <p:strVal val="#ppt_x"/>
                                          </p:val>
                                        </p:tav>
                                        <p:tav tm="100000">
                                          <p:val>
                                            <p:strVal val="#ppt_x"/>
                                          </p:val>
                                        </p:tav>
                                      </p:tavLst>
                                    </p:anim>
                                    <p:anim calcmode="lin" valueType="num">
                                      <p:cBhvr additive="base">
                                        <p:cTn id="46" dur="500" fill="hold"/>
                                        <p:tgtEl>
                                          <p:spTgt spid="81"/>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90"/>
                                        </p:tgtEl>
                                        <p:attrNameLst>
                                          <p:attrName>style.visibility</p:attrName>
                                        </p:attrNameLst>
                                      </p:cBhvr>
                                      <p:to>
                                        <p:strVal val="visible"/>
                                      </p:to>
                                    </p:set>
                                    <p:anim calcmode="lin" valueType="num">
                                      <p:cBhvr additive="base">
                                        <p:cTn id="49" dur="500" fill="hold"/>
                                        <p:tgtEl>
                                          <p:spTgt spid="90"/>
                                        </p:tgtEl>
                                        <p:attrNameLst>
                                          <p:attrName>ppt_x</p:attrName>
                                        </p:attrNameLst>
                                      </p:cBhvr>
                                      <p:tavLst>
                                        <p:tav tm="0">
                                          <p:val>
                                            <p:strVal val="#ppt_x"/>
                                          </p:val>
                                        </p:tav>
                                        <p:tav tm="100000">
                                          <p:val>
                                            <p:strVal val="#ppt_x"/>
                                          </p:val>
                                        </p:tav>
                                      </p:tavLst>
                                    </p:anim>
                                    <p:anim calcmode="lin" valueType="num">
                                      <p:cBhvr additive="base">
                                        <p:cTn id="50" dur="500" fill="hold"/>
                                        <p:tgtEl>
                                          <p:spTgt spid="90"/>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94"/>
                                        </p:tgtEl>
                                        <p:attrNameLst>
                                          <p:attrName>style.visibility</p:attrName>
                                        </p:attrNameLst>
                                      </p:cBhvr>
                                      <p:to>
                                        <p:strVal val="visible"/>
                                      </p:to>
                                    </p:set>
                                    <p:anim calcmode="lin" valueType="num">
                                      <p:cBhvr additive="base">
                                        <p:cTn id="53" dur="500" fill="hold"/>
                                        <p:tgtEl>
                                          <p:spTgt spid="94"/>
                                        </p:tgtEl>
                                        <p:attrNameLst>
                                          <p:attrName>ppt_x</p:attrName>
                                        </p:attrNameLst>
                                      </p:cBhvr>
                                      <p:tavLst>
                                        <p:tav tm="0">
                                          <p:val>
                                            <p:strVal val="#ppt_x"/>
                                          </p:val>
                                        </p:tav>
                                        <p:tav tm="100000">
                                          <p:val>
                                            <p:strVal val="#ppt_x"/>
                                          </p:val>
                                        </p:tav>
                                      </p:tavLst>
                                    </p:anim>
                                    <p:anim calcmode="lin" valueType="num">
                                      <p:cBhvr additive="base">
                                        <p:cTn id="54" dur="500" fill="hold"/>
                                        <p:tgtEl>
                                          <p:spTgt spid="94"/>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97"/>
                                        </p:tgtEl>
                                        <p:attrNameLst>
                                          <p:attrName>style.visibility</p:attrName>
                                        </p:attrNameLst>
                                      </p:cBhvr>
                                      <p:to>
                                        <p:strVal val="visible"/>
                                      </p:to>
                                    </p:set>
                                    <p:anim calcmode="lin" valueType="num">
                                      <p:cBhvr additive="base">
                                        <p:cTn id="57" dur="500" fill="hold"/>
                                        <p:tgtEl>
                                          <p:spTgt spid="97"/>
                                        </p:tgtEl>
                                        <p:attrNameLst>
                                          <p:attrName>ppt_x</p:attrName>
                                        </p:attrNameLst>
                                      </p:cBhvr>
                                      <p:tavLst>
                                        <p:tav tm="0">
                                          <p:val>
                                            <p:strVal val="#ppt_x"/>
                                          </p:val>
                                        </p:tav>
                                        <p:tav tm="100000">
                                          <p:val>
                                            <p:strVal val="#ppt_x"/>
                                          </p:val>
                                        </p:tav>
                                      </p:tavLst>
                                    </p:anim>
                                    <p:anim calcmode="lin" valueType="num">
                                      <p:cBhvr additive="base">
                                        <p:cTn id="58" dur="500" fill="hold"/>
                                        <p:tgtEl>
                                          <p:spTgt spid="97"/>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104"/>
                                        </p:tgtEl>
                                        <p:attrNameLst>
                                          <p:attrName>style.visibility</p:attrName>
                                        </p:attrNameLst>
                                      </p:cBhvr>
                                      <p:to>
                                        <p:strVal val="visible"/>
                                      </p:to>
                                    </p:set>
                                    <p:anim calcmode="lin" valueType="num">
                                      <p:cBhvr additive="base">
                                        <p:cTn id="61" dur="500" fill="hold"/>
                                        <p:tgtEl>
                                          <p:spTgt spid="104"/>
                                        </p:tgtEl>
                                        <p:attrNameLst>
                                          <p:attrName>ppt_x</p:attrName>
                                        </p:attrNameLst>
                                      </p:cBhvr>
                                      <p:tavLst>
                                        <p:tav tm="0">
                                          <p:val>
                                            <p:strVal val="#ppt_x"/>
                                          </p:val>
                                        </p:tav>
                                        <p:tav tm="100000">
                                          <p:val>
                                            <p:strVal val="#ppt_x"/>
                                          </p:val>
                                        </p:tav>
                                      </p:tavLst>
                                    </p:anim>
                                    <p:anim calcmode="lin" valueType="num">
                                      <p:cBhvr additive="base">
                                        <p:cTn id="62" dur="500" fill="hold"/>
                                        <p:tgtEl>
                                          <p:spTgt spid="104"/>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73"/>
                                        </p:tgtEl>
                                        <p:attrNameLst>
                                          <p:attrName>style.visibility</p:attrName>
                                        </p:attrNameLst>
                                      </p:cBhvr>
                                      <p:to>
                                        <p:strVal val="visible"/>
                                      </p:to>
                                    </p:set>
                                    <p:anim calcmode="lin" valueType="num">
                                      <p:cBhvr additive="base">
                                        <p:cTn id="67" dur="500" fill="hold"/>
                                        <p:tgtEl>
                                          <p:spTgt spid="73"/>
                                        </p:tgtEl>
                                        <p:attrNameLst>
                                          <p:attrName>ppt_x</p:attrName>
                                        </p:attrNameLst>
                                      </p:cBhvr>
                                      <p:tavLst>
                                        <p:tav tm="0">
                                          <p:val>
                                            <p:strVal val="#ppt_x"/>
                                          </p:val>
                                        </p:tav>
                                        <p:tav tm="100000">
                                          <p:val>
                                            <p:strVal val="#ppt_x"/>
                                          </p:val>
                                        </p:tav>
                                      </p:tavLst>
                                    </p:anim>
                                    <p:anim calcmode="lin" valueType="num">
                                      <p:cBhvr additive="base">
                                        <p:cTn id="68" dur="500" fill="hold"/>
                                        <p:tgtEl>
                                          <p:spTgt spid="73"/>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82"/>
                                        </p:tgtEl>
                                        <p:attrNameLst>
                                          <p:attrName>style.visibility</p:attrName>
                                        </p:attrNameLst>
                                      </p:cBhvr>
                                      <p:to>
                                        <p:strVal val="visible"/>
                                      </p:to>
                                    </p:set>
                                    <p:anim calcmode="lin" valueType="num">
                                      <p:cBhvr additive="base">
                                        <p:cTn id="71" dur="500" fill="hold"/>
                                        <p:tgtEl>
                                          <p:spTgt spid="82"/>
                                        </p:tgtEl>
                                        <p:attrNameLst>
                                          <p:attrName>ppt_x</p:attrName>
                                        </p:attrNameLst>
                                      </p:cBhvr>
                                      <p:tavLst>
                                        <p:tav tm="0">
                                          <p:val>
                                            <p:strVal val="#ppt_x"/>
                                          </p:val>
                                        </p:tav>
                                        <p:tav tm="100000">
                                          <p:val>
                                            <p:strVal val="#ppt_x"/>
                                          </p:val>
                                        </p:tav>
                                      </p:tavLst>
                                    </p:anim>
                                    <p:anim calcmode="lin" valueType="num">
                                      <p:cBhvr additive="base">
                                        <p:cTn id="72" dur="500" fill="hold"/>
                                        <p:tgtEl>
                                          <p:spTgt spid="82"/>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83"/>
                                        </p:tgtEl>
                                        <p:attrNameLst>
                                          <p:attrName>style.visibility</p:attrName>
                                        </p:attrNameLst>
                                      </p:cBhvr>
                                      <p:to>
                                        <p:strVal val="visible"/>
                                      </p:to>
                                    </p:set>
                                    <p:anim calcmode="lin" valueType="num">
                                      <p:cBhvr additive="base">
                                        <p:cTn id="75" dur="500" fill="hold"/>
                                        <p:tgtEl>
                                          <p:spTgt spid="83"/>
                                        </p:tgtEl>
                                        <p:attrNameLst>
                                          <p:attrName>ppt_x</p:attrName>
                                        </p:attrNameLst>
                                      </p:cBhvr>
                                      <p:tavLst>
                                        <p:tav tm="0">
                                          <p:val>
                                            <p:strVal val="#ppt_x"/>
                                          </p:val>
                                        </p:tav>
                                        <p:tav tm="100000">
                                          <p:val>
                                            <p:strVal val="#ppt_x"/>
                                          </p:val>
                                        </p:tav>
                                      </p:tavLst>
                                    </p:anim>
                                    <p:anim calcmode="lin" valueType="num">
                                      <p:cBhvr additive="base">
                                        <p:cTn id="76" dur="500" fill="hold"/>
                                        <p:tgtEl>
                                          <p:spTgt spid="83"/>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91"/>
                                        </p:tgtEl>
                                        <p:attrNameLst>
                                          <p:attrName>style.visibility</p:attrName>
                                        </p:attrNameLst>
                                      </p:cBhvr>
                                      <p:to>
                                        <p:strVal val="visible"/>
                                      </p:to>
                                    </p:set>
                                    <p:anim calcmode="lin" valueType="num">
                                      <p:cBhvr additive="base">
                                        <p:cTn id="79" dur="500" fill="hold"/>
                                        <p:tgtEl>
                                          <p:spTgt spid="91"/>
                                        </p:tgtEl>
                                        <p:attrNameLst>
                                          <p:attrName>ppt_x</p:attrName>
                                        </p:attrNameLst>
                                      </p:cBhvr>
                                      <p:tavLst>
                                        <p:tav tm="0">
                                          <p:val>
                                            <p:strVal val="#ppt_x"/>
                                          </p:val>
                                        </p:tav>
                                        <p:tav tm="100000">
                                          <p:val>
                                            <p:strVal val="#ppt_x"/>
                                          </p:val>
                                        </p:tav>
                                      </p:tavLst>
                                    </p:anim>
                                    <p:anim calcmode="lin" valueType="num">
                                      <p:cBhvr additive="base">
                                        <p:cTn id="80" dur="500" fill="hold"/>
                                        <p:tgtEl>
                                          <p:spTgt spid="91"/>
                                        </p:tgtEl>
                                        <p:attrNameLst>
                                          <p:attrName>ppt_y</p:attrName>
                                        </p:attrNameLst>
                                      </p:cBhvr>
                                      <p:tavLst>
                                        <p:tav tm="0">
                                          <p:val>
                                            <p:strVal val="1+#ppt_h/2"/>
                                          </p:val>
                                        </p:tav>
                                        <p:tav tm="100000">
                                          <p:val>
                                            <p:strVal val="#ppt_y"/>
                                          </p:val>
                                        </p:tav>
                                      </p:tavLst>
                                    </p:anim>
                                  </p:childTnLst>
                                </p:cTn>
                              </p:par>
                              <p:par>
                                <p:cTn id="81" presetID="2" presetClass="entr" presetSubtype="4" fill="hold" nodeType="withEffect">
                                  <p:stCondLst>
                                    <p:cond delay="0"/>
                                  </p:stCondLst>
                                  <p:childTnLst>
                                    <p:set>
                                      <p:cBhvr>
                                        <p:cTn id="82" dur="1" fill="hold">
                                          <p:stCondLst>
                                            <p:cond delay="0"/>
                                          </p:stCondLst>
                                        </p:cTn>
                                        <p:tgtEl>
                                          <p:spTgt spid="95"/>
                                        </p:tgtEl>
                                        <p:attrNameLst>
                                          <p:attrName>style.visibility</p:attrName>
                                        </p:attrNameLst>
                                      </p:cBhvr>
                                      <p:to>
                                        <p:strVal val="visible"/>
                                      </p:to>
                                    </p:set>
                                    <p:anim calcmode="lin" valueType="num">
                                      <p:cBhvr additive="base">
                                        <p:cTn id="83" dur="500" fill="hold"/>
                                        <p:tgtEl>
                                          <p:spTgt spid="95"/>
                                        </p:tgtEl>
                                        <p:attrNameLst>
                                          <p:attrName>ppt_x</p:attrName>
                                        </p:attrNameLst>
                                      </p:cBhvr>
                                      <p:tavLst>
                                        <p:tav tm="0">
                                          <p:val>
                                            <p:strVal val="#ppt_x"/>
                                          </p:val>
                                        </p:tav>
                                        <p:tav tm="100000">
                                          <p:val>
                                            <p:strVal val="#ppt_x"/>
                                          </p:val>
                                        </p:tav>
                                      </p:tavLst>
                                    </p:anim>
                                    <p:anim calcmode="lin" valueType="num">
                                      <p:cBhvr additive="base">
                                        <p:cTn id="84" dur="500" fill="hold"/>
                                        <p:tgtEl>
                                          <p:spTgt spid="95"/>
                                        </p:tgtEl>
                                        <p:attrNameLst>
                                          <p:attrName>ppt_y</p:attrName>
                                        </p:attrNameLst>
                                      </p:cBhvr>
                                      <p:tavLst>
                                        <p:tav tm="0">
                                          <p:val>
                                            <p:strVal val="1+#ppt_h/2"/>
                                          </p:val>
                                        </p:tav>
                                        <p:tav tm="100000">
                                          <p:val>
                                            <p:strVal val="#ppt_y"/>
                                          </p:val>
                                        </p:tav>
                                      </p:tavLst>
                                    </p:anim>
                                  </p:childTnLst>
                                </p:cTn>
                              </p:par>
                              <p:par>
                                <p:cTn id="85" presetID="2" presetClass="entr" presetSubtype="4" fill="hold" nodeType="withEffect">
                                  <p:stCondLst>
                                    <p:cond delay="0"/>
                                  </p:stCondLst>
                                  <p:childTnLst>
                                    <p:set>
                                      <p:cBhvr>
                                        <p:cTn id="86" dur="1" fill="hold">
                                          <p:stCondLst>
                                            <p:cond delay="0"/>
                                          </p:stCondLst>
                                        </p:cTn>
                                        <p:tgtEl>
                                          <p:spTgt spid="98"/>
                                        </p:tgtEl>
                                        <p:attrNameLst>
                                          <p:attrName>style.visibility</p:attrName>
                                        </p:attrNameLst>
                                      </p:cBhvr>
                                      <p:to>
                                        <p:strVal val="visible"/>
                                      </p:to>
                                    </p:set>
                                    <p:anim calcmode="lin" valueType="num">
                                      <p:cBhvr additive="base">
                                        <p:cTn id="87" dur="500" fill="hold"/>
                                        <p:tgtEl>
                                          <p:spTgt spid="98"/>
                                        </p:tgtEl>
                                        <p:attrNameLst>
                                          <p:attrName>ppt_x</p:attrName>
                                        </p:attrNameLst>
                                      </p:cBhvr>
                                      <p:tavLst>
                                        <p:tav tm="0">
                                          <p:val>
                                            <p:strVal val="#ppt_x"/>
                                          </p:val>
                                        </p:tav>
                                        <p:tav tm="100000">
                                          <p:val>
                                            <p:strVal val="#ppt_x"/>
                                          </p:val>
                                        </p:tav>
                                      </p:tavLst>
                                    </p:anim>
                                    <p:anim calcmode="lin" valueType="num">
                                      <p:cBhvr additive="base">
                                        <p:cTn id="88" dur="500" fill="hold"/>
                                        <p:tgtEl>
                                          <p:spTgt spid="98"/>
                                        </p:tgtEl>
                                        <p:attrNameLst>
                                          <p:attrName>ppt_y</p:attrName>
                                        </p:attrNameLst>
                                      </p:cBhvr>
                                      <p:tavLst>
                                        <p:tav tm="0">
                                          <p:val>
                                            <p:strVal val="1+#ppt_h/2"/>
                                          </p:val>
                                        </p:tav>
                                        <p:tav tm="100000">
                                          <p:val>
                                            <p:strVal val="#ppt_y"/>
                                          </p:val>
                                        </p:tav>
                                      </p:tavLst>
                                    </p:anim>
                                  </p:childTnLst>
                                </p:cTn>
                              </p:par>
                              <p:par>
                                <p:cTn id="89" presetID="2" presetClass="entr" presetSubtype="4" fill="hold" nodeType="withEffect">
                                  <p:stCondLst>
                                    <p:cond delay="0"/>
                                  </p:stCondLst>
                                  <p:childTnLst>
                                    <p:set>
                                      <p:cBhvr>
                                        <p:cTn id="90" dur="1" fill="hold">
                                          <p:stCondLst>
                                            <p:cond delay="0"/>
                                          </p:stCondLst>
                                        </p:cTn>
                                        <p:tgtEl>
                                          <p:spTgt spid="105"/>
                                        </p:tgtEl>
                                        <p:attrNameLst>
                                          <p:attrName>style.visibility</p:attrName>
                                        </p:attrNameLst>
                                      </p:cBhvr>
                                      <p:to>
                                        <p:strVal val="visible"/>
                                      </p:to>
                                    </p:set>
                                    <p:anim calcmode="lin" valueType="num">
                                      <p:cBhvr additive="base">
                                        <p:cTn id="91" dur="500" fill="hold"/>
                                        <p:tgtEl>
                                          <p:spTgt spid="105"/>
                                        </p:tgtEl>
                                        <p:attrNameLst>
                                          <p:attrName>ppt_x</p:attrName>
                                        </p:attrNameLst>
                                      </p:cBhvr>
                                      <p:tavLst>
                                        <p:tav tm="0">
                                          <p:val>
                                            <p:strVal val="#ppt_x"/>
                                          </p:val>
                                        </p:tav>
                                        <p:tav tm="100000">
                                          <p:val>
                                            <p:strVal val="#ppt_x"/>
                                          </p:val>
                                        </p:tav>
                                      </p:tavLst>
                                    </p:anim>
                                    <p:anim calcmode="lin" valueType="num">
                                      <p:cBhvr additive="base">
                                        <p:cTn id="92" dur="500" fill="hold"/>
                                        <p:tgtEl>
                                          <p:spTgt spid="105"/>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67"/>
                                        </p:tgtEl>
                                        <p:attrNameLst>
                                          <p:attrName>style.visibility</p:attrName>
                                        </p:attrNameLst>
                                      </p:cBhvr>
                                      <p:to>
                                        <p:strVal val="visible"/>
                                      </p:to>
                                    </p:set>
                                    <p:anim calcmode="lin" valueType="num">
                                      <p:cBhvr additive="base">
                                        <p:cTn id="97" dur="500" fill="hold"/>
                                        <p:tgtEl>
                                          <p:spTgt spid="67"/>
                                        </p:tgtEl>
                                        <p:attrNameLst>
                                          <p:attrName>ppt_x</p:attrName>
                                        </p:attrNameLst>
                                      </p:cBhvr>
                                      <p:tavLst>
                                        <p:tav tm="0">
                                          <p:val>
                                            <p:strVal val="#ppt_x"/>
                                          </p:val>
                                        </p:tav>
                                        <p:tav tm="100000">
                                          <p:val>
                                            <p:strVal val="#ppt_x"/>
                                          </p:val>
                                        </p:tav>
                                      </p:tavLst>
                                    </p:anim>
                                    <p:anim calcmode="lin" valueType="num">
                                      <p:cBhvr additive="base">
                                        <p:cTn id="98" dur="500" fill="hold"/>
                                        <p:tgtEl>
                                          <p:spTgt spid="67"/>
                                        </p:tgtEl>
                                        <p:attrNameLst>
                                          <p:attrName>ppt_y</p:attrName>
                                        </p:attrNameLst>
                                      </p:cBhvr>
                                      <p:tavLst>
                                        <p:tav tm="0">
                                          <p:val>
                                            <p:strVal val="1+#ppt_h/2"/>
                                          </p:val>
                                        </p:tav>
                                        <p:tav tm="100000">
                                          <p:val>
                                            <p:strVal val="#ppt_y"/>
                                          </p:val>
                                        </p:tav>
                                      </p:tavLst>
                                    </p:anim>
                                  </p:childTnLst>
                                </p:cTn>
                              </p:par>
                              <p:par>
                                <p:cTn id="99" presetID="2" presetClass="entr" presetSubtype="4" fill="hold" grpId="0" nodeType="withEffect">
                                  <p:stCondLst>
                                    <p:cond delay="0"/>
                                  </p:stCondLst>
                                  <p:childTnLst>
                                    <p:set>
                                      <p:cBhvr>
                                        <p:cTn id="100" dur="1" fill="hold">
                                          <p:stCondLst>
                                            <p:cond delay="0"/>
                                          </p:stCondLst>
                                        </p:cTn>
                                        <p:tgtEl>
                                          <p:spTgt spid="84"/>
                                        </p:tgtEl>
                                        <p:attrNameLst>
                                          <p:attrName>style.visibility</p:attrName>
                                        </p:attrNameLst>
                                      </p:cBhvr>
                                      <p:to>
                                        <p:strVal val="visible"/>
                                      </p:to>
                                    </p:set>
                                    <p:anim calcmode="lin" valueType="num">
                                      <p:cBhvr additive="base">
                                        <p:cTn id="101" dur="500" fill="hold"/>
                                        <p:tgtEl>
                                          <p:spTgt spid="84"/>
                                        </p:tgtEl>
                                        <p:attrNameLst>
                                          <p:attrName>ppt_x</p:attrName>
                                        </p:attrNameLst>
                                      </p:cBhvr>
                                      <p:tavLst>
                                        <p:tav tm="0">
                                          <p:val>
                                            <p:strVal val="#ppt_x"/>
                                          </p:val>
                                        </p:tav>
                                        <p:tav tm="100000">
                                          <p:val>
                                            <p:strVal val="#ppt_x"/>
                                          </p:val>
                                        </p:tav>
                                      </p:tavLst>
                                    </p:anim>
                                    <p:anim calcmode="lin" valueType="num">
                                      <p:cBhvr additive="base">
                                        <p:cTn id="102" dur="500" fill="hold"/>
                                        <p:tgtEl>
                                          <p:spTgt spid="84"/>
                                        </p:tgtEl>
                                        <p:attrNameLst>
                                          <p:attrName>ppt_y</p:attrName>
                                        </p:attrNameLst>
                                      </p:cBhvr>
                                      <p:tavLst>
                                        <p:tav tm="0">
                                          <p:val>
                                            <p:strVal val="1+#ppt_h/2"/>
                                          </p:val>
                                        </p:tav>
                                        <p:tav tm="100000">
                                          <p:val>
                                            <p:strVal val="#ppt_y"/>
                                          </p:val>
                                        </p:tav>
                                      </p:tavLst>
                                    </p:anim>
                                  </p:childTnLst>
                                </p:cTn>
                              </p:par>
                              <p:par>
                                <p:cTn id="103" presetID="2" presetClass="entr" presetSubtype="4" fill="hold" grpId="0" nodeType="withEffect">
                                  <p:stCondLst>
                                    <p:cond delay="0"/>
                                  </p:stCondLst>
                                  <p:childTnLst>
                                    <p:set>
                                      <p:cBhvr>
                                        <p:cTn id="104" dur="1" fill="hold">
                                          <p:stCondLst>
                                            <p:cond delay="0"/>
                                          </p:stCondLst>
                                        </p:cTn>
                                        <p:tgtEl>
                                          <p:spTgt spid="85"/>
                                        </p:tgtEl>
                                        <p:attrNameLst>
                                          <p:attrName>style.visibility</p:attrName>
                                        </p:attrNameLst>
                                      </p:cBhvr>
                                      <p:to>
                                        <p:strVal val="visible"/>
                                      </p:to>
                                    </p:set>
                                    <p:anim calcmode="lin" valueType="num">
                                      <p:cBhvr additive="base">
                                        <p:cTn id="105" dur="500" fill="hold"/>
                                        <p:tgtEl>
                                          <p:spTgt spid="85"/>
                                        </p:tgtEl>
                                        <p:attrNameLst>
                                          <p:attrName>ppt_x</p:attrName>
                                        </p:attrNameLst>
                                      </p:cBhvr>
                                      <p:tavLst>
                                        <p:tav tm="0">
                                          <p:val>
                                            <p:strVal val="#ppt_x"/>
                                          </p:val>
                                        </p:tav>
                                        <p:tav tm="100000">
                                          <p:val>
                                            <p:strVal val="#ppt_x"/>
                                          </p:val>
                                        </p:tav>
                                      </p:tavLst>
                                    </p:anim>
                                    <p:anim calcmode="lin" valueType="num">
                                      <p:cBhvr additive="base">
                                        <p:cTn id="106" dur="500" fill="hold"/>
                                        <p:tgtEl>
                                          <p:spTgt spid="85"/>
                                        </p:tgtEl>
                                        <p:attrNameLst>
                                          <p:attrName>ppt_y</p:attrName>
                                        </p:attrNameLst>
                                      </p:cBhvr>
                                      <p:tavLst>
                                        <p:tav tm="0">
                                          <p:val>
                                            <p:strVal val="1+#ppt_h/2"/>
                                          </p:val>
                                        </p:tav>
                                        <p:tav tm="100000">
                                          <p:val>
                                            <p:strVal val="#ppt_y"/>
                                          </p:val>
                                        </p:tav>
                                      </p:tavLst>
                                    </p:anim>
                                  </p:childTnLst>
                                </p:cTn>
                              </p:par>
                              <p:par>
                                <p:cTn id="107" presetID="2" presetClass="entr" presetSubtype="4" fill="hold" grpId="0" nodeType="withEffect">
                                  <p:stCondLst>
                                    <p:cond delay="0"/>
                                  </p:stCondLst>
                                  <p:childTnLst>
                                    <p:set>
                                      <p:cBhvr>
                                        <p:cTn id="108" dur="1" fill="hold">
                                          <p:stCondLst>
                                            <p:cond delay="0"/>
                                          </p:stCondLst>
                                        </p:cTn>
                                        <p:tgtEl>
                                          <p:spTgt spid="92"/>
                                        </p:tgtEl>
                                        <p:attrNameLst>
                                          <p:attrName>style.visibility</p:attrName>
                                        </p:attrNameLst>
                                      </p:cBhvr>
                                      <p:to>
                                        <p:strVal val="visible"/>
                                      </p:to>
                                    </p:set>
                                    <p:anim calcmode="lin" valueType="num">
                                      <p:cBhvr additive="base">
                                        <p:cTn id="109" dur="500" fill="hold"/>
                                        <p:tgtEl>
                                          <p:spTgt spid="92"/>
                                        </p:tgtEl>
                                        <p:attrNameLst>
                                          <p:attrName>ppt_x</p:attrName>
                                        </p:attrNameLst>
                                      </p:cBhvr>
                                      <p:tavLst>
                                        <p:tav tm="0">
                                          <p:val>
                                            <p:strVal val="#ppt_x"/>
                                          </p:val>
                                        </p:tav>
                                        <p:tav tm="100000">
                                          <p:val>
                                            <p:strVal val="#ppt_x"/>
                                          </p:val>
                                        </p:tav>
                                      </p:tavLst>
                                    </p:anim>
                                    <p:anim calcmode="lin" valueType="num">
                                      <p:cBhvr additive="base">
                                        <p:cTn id="110" dur="500" fill="hold"/>
                                        <p:tgtEl>
                                          <p:spTgt spid="92"/>
                                        </p:tgtEl>
                                        <p:attrNameLst>
                                          <p:attrName>ppt_y</p:attrName>
                                        </p:attrNameLst>
                                      </p:cBhvr>
                                      <p:tavLst>
                                        <p:tav tm="0">
                                          <p:val>
                                            <p:strVal val="1+#ppt_h/2"/>
                                          </p:val>
                                        </p:tav>
                                        <p:tav tm="100000">
                                          <p:val>
                                            <p:strVal val="#ppt_y"/>
                                          </p:val>
                                        </p:tav>
                                      </p:tavLst>
                                    </p:anim>
                                  </p:childTnLst>
                                </p:cTn>
                              </p:par>
                              <p:par>
                                <p:cTn id="111" presetID="2" presetClass="entr" presetSubtype="4" fill="hold" nodeType="withEffect">
                                  <p:stCondLst>
                                    <p:cond delay="0"/>
                                  </p:stCondLst>
                                  <p:childTnLst>
                                    <p:set>
                                      <p:cBhvr>
                                        <p:cTn id="112" dur="1" fill="hold">
                                          <p:stCondLst>
                                            <p:cond delay="0"/>
                                          </p:stCondLst>
                                        </p:cTn>
                                        <p:tgtEl>
                                          <p:spTgt spid="96"/>
                                        </p:tgtEl>
                                        <p:attrNameLst>
                                          <p:attrName>style.visibility</p:attrName>
                                        </p:attrNameLst>
                                      </p:cBhvr>
                                      <p:to>
                                        <p:strVal val="visible"/>
                                      </p:to>
                                    </p:set>
                                    <p:anim calcmode="lin" valueType="num">
                                      <p:cBhvr additive="base">
                                        <p:cTn id="113" dur="500" fill="hold"/>
                                        <p:tgtEl>
                                          <p:spTgt spid="96"/>
                                        </p:tgtEl>
                                        <p:attrNameLst>
                                          <p:attrName>ppt_x</p:attrName>
                                        </p:attrNameLst>
                                      </p:cBhvr>
                                      <p:tavLst>
                                        <p:tav tm="0">
                                          <p:val>
                                            <p:strVal val="#ppt_x"/>
                                          </p:val>
                                        </p:tav>
                                        <p:tav tm="100000">
                                          <p:val>
                                            <p:strVal val="#ppt_x"/>
                                          </p:val>
                                        </p:tav>
                                      </p:tavLst>
                                    </p:anim>
                                    <p:anim calcmode="lin" valueType="num">
                                      <p:cBhvr additive="base">
                                        <p:cTn id="114" dur="500" fill="hold"/>
                                        <p:tgtEl>
                                          <p:spTgt spid="96"/>
                                        </p:tgtEl>
                                        <p:attrNameLst>
                                          <p:attrName>ppt_y</p:attrName>
                                        </p:attrNameLst>
                                      </p:cBhvr>
                                      <p:tavLst>
                                        <p:tav tm="0">
                                          <p:val>
                                            <p:strVal val="1+#ppt_h/2"/>
                                          </p:val>
                                        </p:tav>
                                        <p:tav tm="100000">
                                          <p:val>
                                            <p:strVal val="#ppt_y"/>
                                          </p:val>
                                        </p:tav>
                                      </p:tavLst>
                                    </p:anim>
                                  </p:childTnLst>
                                </p:cTn>
                              </p:par>
                              <p:par>
                                <p:cTn id="115" presetID="2" presetClass="entr" presetSubtype="4" fill="hold" nodeType="withEffect">
                                  <p:stCondLst>
                                    <p:cond delay="0"/>
                                  </p:stCondLst>
                                  <p:childTnLst>
                                    <p:set>
                                      <p:cBhvr>
                                        <p:cTn id="116" dur="1" fill="hold">
                                          <p:stCondLst>
                                            <p:cond delay="0"/>
                                          </p:stCondLst>
                                        </p:cTn>
                                        <p:tgtEl>
                                          <p:spTgt spid="99"/>
                                        </p:tgtEl>
                                        <p:attrNameLst>
                                          <p:attrName>style.visibility</p:attrName>
                                        </p:attrNameLst>
                                      </p:cBhvr>
                                      <p:to>
                                        <p:strVal val="visible"/>
                                      </p:to>
                                    </p:set>
                                    <p:anim calcmode="lin" valueType="num">
                                      <p:cBhvr additive="base">
                                        <p:cTn id="117" dur="500" fill="hold"/>
                                        <p:tgtEl>
                                          <p:spTgt spid="99"/>
                                        </p:tgtEl>
                                        <p:attrNameLst>
                                          <p:attrName>ppt_x</p:attrName>
                                        </p:attrNameLst>
                                      </p:cBhvr>
                                      <p:tavLst>
                                        <p:tav tm="0">
                                          <p:val>
                                            <p:strVal val="#ppt_x"/>
                                          </p:val>
                                        </p:tav>
                                        <p:tav tm="100000">
                                          <p:val>
                                            <p:strVal val="#ppt_x"/>
                                          </p:val>
                                        </p:tav>
                                      </p:tavLst>
                                    </p:anim>
                                    <p:anim calcmode="lin" valueType="num">
                                      <p:cBhvr additive="base">
                                        <p:cTn id="118" dur="500" fill="hold"/>
                                        <p:tgtEl>
                                          <p:spTgt spid="99"/>
                                        </p:tgtEl>
                                        <p:attrNameLst>
                                          <p:attrName>ppt_y</p:attrName>
                                        </p:attrNameLst>
                                      </p:cBhvr>
                                      <p:tavLst>
                                        <p:tav tm="0">
                                          <p:val>
                                            <p:strVal val="1+#ppt_h/2"/>
                                          </p:val>
                                        </p:tav>
                                        <p:tav tm="100000">
                                          <p:val>
                                            <p:strVal val="#ppt_y"/>
                                          </p:val>
                                        </p:tav>
                                      </p:tavLst>
                                    </p:anim>
                                  </p:childTnLst>
                                </p:cTn>
                              </p:par>
                              <p:par>
                                <p:cTn id="119" presetID="2" presetClass="entr" presetSubtype="4" fill="hold" nodeType="withEffect">
                                  <p:stCondLst>
                                    <p:cond delay="0"/>
                                  </p:stCondLst>
                                  <p:childTnLst>
                                    <p:set>
                                      <p:cBhvr>
                                        <p:cTn id="120" dur="1" fill="hold">
                                          <p:stCondLst>
                                            <p:cond delay="0"/>
                                          </p:stCondLst>
                                        </p:cTn>
                                        <p:tgtEl>
                                          <p:spTgt spid="100"/>
                                        </p:tgtEl>
                                        <p:attrNameLst>
                                          <p:attrName>style.visibility</p:attrName>
                                        </p:attrNameLst>
                                      </p:cBhvr>
                                      <p:to>
                                        <p:strVal val="visible"/>
                                      </p:to>
                                    </p:set>
                                    <p:anim calcmode="lin" valueType="num">
                                      <p:cBhvr additive="base">
                                        <p:cTn id="121" dur="500" fill="hold"/>
                                        <p:tgtEl>
                                          <p:spTgt spid="100"/>
                                        </p:tgtEl>
                                        <p:attrNameLst>
                                          <p:attrName>ppt_x</p:attrName>
                                        </p:attrNameLst>
                                      </p:cBhvr>
                                      <p:tavLst>
                                        <p:tav tm="0">
                                          <p:val>
                                            <p:strVal val="#ppt_x"/>
                                          </p:val>
                                        </p:tav>
                                        <p:tav tm="100000">
                                          <p:val>
                                            <p:strVal val="#ppt_x"/>
                                          </p:val>
                                        </p:tav>
                                      </p:tavLst>
                                    </p:anim>
                                    <p:anim calcmode="lin" valueType="num">
                                      <p:cBhvr additive="base">
                                        <p:cTn id="122" dur="500" fill="hold"/>
                                        <p:tgtEl>
                                          <p:spTgt spid="1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P spid="73" grpId="0" animBg="1"/>
      <p:bldP spid="74" grpId="0" animBg="1"/>
      <p:bldP spid="75" grpId="0" animBg="1"/>
      <p:bldP spid="78" grpId="0" animBg="1"/>
      <p:bldP spid="79" grpId="0"/>
      <p:bldP spid="80" grpId="0" animBg="1"/>
      <p:bldP spid="81" grpId="0"/>
      <p:bldP spid="82" grpId="0" animBg="1"/>
      <p:bldP spid="83" grpId="0"/>
      <p:bldP spid="84" grpId="0" animBg="1"/>
      <p:bldP spid="85" grpId="0"/>
      <p:bldP spid="89" grpId="0"/>
      <p:bldP spid="90" grpId="0"/>
      <p:bldP spid="91" grpId="0"/>
      <p:bldP spid="9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a:extLst>
              <a:ext uri="{FF2B5EF4-FFF2-40B4-BE49-F238E27FC236}">
                <a16:creationId xmlns:a16="http://schemas.microsoft.com/office/drawing/2014/main" id="{6213973B-BC53-4176-A213-3EB2F832A5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2" name="文本框 1"/>
          <p:cNvSpPr txBox="1"/>
          <p:nvPr/>
        </p:nvSpPr>
        <p:spPr>
          <a:xfrm>
            <a:off x="276467" y="144288"/>
            <a:ext cx="1669047" cy="646331"/>
          </a:xfrm>
          <a:prstGeom prst="rect">
            <a:avLst/>
          </a:prstGeom>
          <a:noFill/>
        </p:spPr>
        <p:txBody>
          <a:bodyPr wrap="none" rtlCol="0" anchor="t">
            <a:spAutoFit/>
          </a:bodyPr>
          <a:lstStyle/>
          <a:p>
            <a:r>
              <a:rPr lang="en-US" altLang="zh-CN" sz="3600" b="1" dirty="0">
                <a:solidFill>
                  <a:schemeClr val="bg1"/>
                </a:solidFill>
                <a:latin typeface="方正兰亭中粗黑_GBK" panose="02000000000000000000" charset="-122"/>
                <a:ea typeface="方正兰亭中粗黑_GBK" panose="02000000000000000000" charset="-122"/>
                <a:sym typeface="+mn-ea"/>
              </a:rPr>
              <a:t>1 </a:t>
            </a:r>
            <a:r>
              <a:rPr lang="zh-CN" altLang="en-US" sz="3600" b="1" dirty="0">
                <a:solidFill>
                  <a:schemeClr val="bg1"/>
                </a:solidFill>
                <a:latin typeface="方正兰亭中粗黑_GBK" panose="02000000000000000000" charset="-122"/>
                <a:ea typeface="方正兰亭中粗黑_GBK" panose="02000000000000000000" charset="-122"/>
                <a:sym typeface="+mn-ea"/>
              </a:rPr>
              <a:t>绪论 </a:t>
            </a:r>
          </a:p>
        </p:txBody>
      </p:sp>
      <p:sp>
        <p:nvSpPr>
          <p:cNvPr id="3" name="文本框 2"/>
          <p:cNvSpPr txBox="1"/>
          <p:nvPr/>
        </p:nvSpPr>
        <p:spPr>
          <a:xfrm>
            <a:off x="8822821" y="225208"/>
            <a:ext cx="3350597" cy="523220"/>
          </a:xfrm>
          <a:prstGeom prst="rect">
            <a:avLst/>
          </a:prstGeom>
          <a:noFill/>
        </p:spPr>
        <p:txBody>
          <a:bodyPr wrap="none" rtlCol="0" anchor="t">
            <a:spAutoFit/>
          </a:bodyPr>
          <a:lstStyle/>
          <a:p>
            <a:r>
              <a:rPr lang="en-US" altLang="zh-CN" sz="2800" b="1" dirty="0">
                <a:solidFill>
                  <a:schemeClr val="bg1"/>
                </a:solidFill>
                <a:latin typeface="兰亭黑-简" panose="02000000000000000000" charset="-122"/>
                <a:ea typeface="兰亭黑-简" panose="02000000000000000000" charset="-122"/>
                <a:sym typeface="+mn-ea"/>
              </a:rPr>
              <a:t>1.1 </a:t>
            </a:r>
            <a:r>
              <a:rPr lang="zh-CN" altLang="en-US" sz="2800" b="1" dirty="0">
                <a:solidFill>
                  <a:schemeClr val="bg1"/>
                </a:solidFill>
                <a:latin typeface="兰亭黑-简" panose="02000000000000000000" charset="-122"/>
                <a:ea typeface="兰亭黑-简" panose="02000000000000000000" charset="-122"/>
                <a:sym typeface="+mn-ea"/>
              </a:rPr>
              <a:t>研究背景及意义</a:t>
            </a:r>
          </a:p>
        </p:txBody>
      </p:sp>
      <p:grpSp>
        <p:nvGrpSpPr>
          <p:cNvPr id="8" name="组合 7">
            <a:extLst>
              <a:ext uri="{FF2B5EF4-FFF2-40B4-BE49-F238E27FC236}">
                <a16:creationId xmlns:a16="http://schemas.microsoft.com/office/drawing/2014/main" id="{D3F82734-8A59-4FF3-BC43-CAB89127B117}"/>
              </a:ext>
            </a:extLst>
          </p:cNvPr>
          <p:cNvGrpSpPr/>
          <p:nvPr/>
        </p:nvGrpSpPr>
        <p:grpSpPr>
          <a:xfrm>
            <a:off x="-59957" y="53728"/>
            <a:ext cx="12285617" cy="790577"/>
            <a:chOff x="-50432" y="53728"/>
            <a:chExt cx="12285617" cy="790577"/>
          </a:xfrm>
        </p:grpSpPr>
        <p:sp>
          <p:nvSpPr>
            <p:cNvPr id="9" name="六边形 24">
              <a:extLst>
                <a:ext uri="{FF2B5EF4-FFF2-40B4-BE49-F238E27FC236}">
                  <a16:creationId xmlns:a16="http://schemas.microsoft.com/office/drawing/2014/main" id="{68F9CC4C-7D7D-4881-82E9-10A79A763B44}"/>
                </a:ext>
              </a:extLst>
            </p:cNvPr>
            <p:cNvSpPr/>
            <p:nvPr/>
          </p:nvSpPr>
          <p:spPr>
            <a:xfrm>
              <a:off x="74468" y="769295"/>
              <a:ext cx="552450" cy="75010"/>
            </a:xfrm>
            <a:custGeom>
              <a:avLst/>
              <a:gdLst>
                <a:gd name="connsiteX0" fmla="*/ 0 w 747713"/>
                <a:gd name="connsiteY0" fmla="*/ 75010 h 150019"/>
                <a:gd name="connsiteX1" fmla="*/ 37505 w 747713"/>
                <a:gd name="connsiteY1" fmla="*/ 0 h 150019"/>
                <a:gd name="connsiteX2" fmla="*/ 710208 w 747713"/>
                <a:gd name="connsiteY2" fmla="*/ 0 h 150019"/>
                <a:gd name="connsiteX3" fmla="*/ 747713 w 747713"/>
                <a:gd name="connsiteY3" fmla="*/ 75010 h 150019"/>
                <a:gd name="connsiteX4" fmla="*/ 710208 w 747713"/>
                <a:gd name="connsiteY4" fmla="*/ 150019 h 150019"/>
                <a:gd name="connsiteX5" fmla="*/ 37505 w 747713"/>
                <a:gd name="connsiteY5" fmla="*/ 150019 h 150019"/>
                <a:gd name="connsiteX6" fmla="*/ 0 w 747713"/>
                <a:gd name="connsiteY6" fmla="*/ 75010 h 150019"/>
                <a:gd name="connsiteX0-1" fmla="*/ 37505 w 747713"/>
                <a:gd name="connsiteY0-2" fmla="*/ 0 h 150019"/>
                <a:gd name="connsiteX1-3" fmla="*/ 710208 w 747713"/>
                <a:gd name="connsiteY1-4" fmla="*/ 0 h 150019"/>
                <a:gd name="connsiteX2-5" fmla="*/ 747713 w 747713"/>
                <a:gd name="connsiteY2-6" fmla="*/ 75010 h 150019"/>
                <a:gd name="connsiteX3-7" fmla="*/ 710208 w 747713"/>
                <a:gd name="connsiteY3-8" fmla="*/ 150019 h 150019"/>
                <a:gd name="connsiteX4-9" fmla="*/ 37505 w 747713"/>
                <a:gd name="connsiteY4-10" fmla="*/ 150019 h 150019"/>
                <a:gd name="connsiteX5-11" fmla="*/ 0 w 747713"/>
                <a:gd name="connsiteY5-12" fmla="*/ 75010 h 150019"/>
                <a:gd name="connsiteX6-13" fmla="*/ 128945 w 747713"/>
                <a:gd name="connsiteY6-14" fmla="*/ 91440 h 150019"/>
                <a:gd name="connsiteX0-15" fmla="*/ 37505 w 747713"/>
                <a:gd name="connsiteY0-16" fmla="*/ 0 h 150019"/>
                <a:gd name="connsiteX1-17" fmla="*/ 710208 w 747713"/>
                <a:gd name="connsiteY1-18" fmla="*/ 0 h 150019"/>
                <a:gd name="connsiteX2-19" fmla="*/ 747713 w 747713"/>
                <a:gd name="connsiteY2-20" fmla="*/ 75010 h 150019"/>
                <a:gd name="connsiteX3-21" fmla="*/ 710208 w 747713"/>
                <a:gd name="connsiteY3-22" fmla="*/ 150019 h 150019"/>
                <a:gd name="connsiteX4-23" fmla="*/ 37505 w 747713"/>
                <a:gd name="connsiteY4-24" fmla="*/ 150019 h 150019"/>
                <a:gd name="connsiteX5-25" fmla="*/ 0 w 747713"/>
                <a:gd name="connsiteY5-26" fmla="*/ 75010 h 150019"/>
                <a:gd name="connsiteX0-27" fmla="*/ 710208 w 747713"/>
                <a:gd name="connsiteY0-28" fmla="*/ 0 h 150019"/>
                <a:gd name="connsiteX1-29" fmla="*/ 747713 w 747713"/>
                <a:gd name="connsiteY1-30" fmla="*/ 75010 h 150019"/>
                <a:gd name="connsiteX2-31" fmla="*/ 710208 w 747713"/>
                <a:gd name="connsiteY2-32" fmla="*/ 150019 h 150019"/>
                <a:gd name="connsiteX3-33" fmla="*/ 37505 w 747713"/>
                <a:gd name="connsiteY3-34" fmla="*/ 150019 h 150019"/>
                <a:gd name="connsiteX4-35" fmla="*/ 0 w 747713"/>
                <a:gd name="connsiteY4-36" fmla="*/ 75010 h 150019"/>
                <a:gd name="connsiteX0-37" fmla="*/ 672703 w 710208"/>
                <a:gd name="connsiteY0-38" fmla="*/ 0 h 150019"/>
                <a:gd name="connsiteX1-39" fmla="*/ 710208 w 710208"/>
                <a:gd name="connsiteY1-40" fmla="*/ 75010 h 150019"/>
                <a:gd name="connsiteX2-41" fmla="*/ 672703 w 710208"/>
                <a:gd name="connsiteY2-42" fmla="*/ 150019 h 150019"/>
                <a:gd name="connsiteX3-43" fmla="*/ 0 w 710208"/>
                <a:gd name="connsiteY3-44" fmla="*/ 150019 h 150019"/>
                <a:gd name="connsiteX0-45" fmla="*/ 710208 w 710208"/>
                <a:gd name="connsiteY0-46" fmla="*/ 0 h 75009"/>
                <a:gd name="connsiteX1-47" fmla="*/ 672703 w 710208"/>
                <a:gd name="connsiteY1-48" fmla="*/ 75009 h 75009"/>
                <a:gd name="connsiteX2-49" fmla="*/ 0 w 710208"/>
                <a:gd name="connsiteY2-50" fmla="*/ 75009 h 75009"/>
                <a:gd name="connsiteX0-51" fmla="*/ 710208 w 710208"/>
                <a:gd name="connsiteY0-52" fmla="*/ 0 h 75010"/>
                <a:gd name="connsiteX1-53" fmla="*/ 672703 w 710208"/>
                <a:gd name="connsiteY1-54" fmla="*/ 75009 h 75010"/>
                <a:gd name="connsiteX2-55" fmla="*/ 352016 w 710208"/>
                <a:gd name="connsiteY2-56" fmla="*/ 75010 h 75010"/>
                <a:gd name="connsiteX3-57" fmla="*/ 0 w 710208"/>
                <a:gd name="connsiteY3-58" fmla="*/ 75009 h 75010"/>
                <a:gd name="connsiteX0-59" fmla="*/ 358192 w 358192"/>
                <a:gd name="connsiteY0-60" fmla="*/ 0 h 75010"/>
                <a:gd name="connsiteX1-61" fmla="*/ 320687 w 358192"/>
                <a:gd name="connsiteY1-62" fmla="*/ 75009 h 75010"/>
                <a:gd name="connsiteX2-63" fmla="*/ 0 w 358192"/>
                <a:gd name="connsiteY2-64" fmla="*/ 75010 h 75010"/>
              </a:gdLst>
              <a:ahLst/>
              <a:cxnLst>
                <a:cxn ang="0">
                  <a:pos x="connsiteX0-1" y="connsiteY0-2"/>
                </a:cxn>
                <a:cxn ang="0">
                  <a:pos x="connsiteX1-3" y="connsiteY1-4"/>
                </a:cxn>
                <a:cxn ang="0">
                  <a:pos x="connsiteX2-5" y="connsiteY2-6"/>
                </a:cxn>
              </a:cxnLst>
              <a:rect l="l" t="t" r="r" b="b"/>
              <a:pathLst>
                <a:path w="358192" h="75010">
                  <a:moveTo>
                    <a:pt x="358192" y="0"/>
                  </a:moveTo>
                  <a:lnTo>
                    <a:pt x="320687" y="75009"/>
                  </a:lnTo>
                  <a:lnTo>
                    <a:pt x="0" y="75010"/>
                  </a:lnTo>
                </a:path>
              </a:pathLst>
            </a:custGeom>
            <a:noFill/>
            <a:ln>
              <a:solidFill>
                <a:srgbClr val="00B0F0"/>
              </a:solidFill>
              <a:tailEnd type="diamond"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0" name="矩形 9">
              <a:extLst>
                <a:ext uri="{FF2B5EF4-FFF2-40B4-BE49-F238E27FC236}">
                  <a16:creationId xmlns:a16="http://schemas.microsoft.com/office/drawing/2014/main" id="{ED237AC2-3AEB-46ED-8BAC-3650FF5362FA}"/>
                </a:ext>
              </a:extLst>
            </p:cNvPr>
            <p:cNvSpPr/>
            <p:nvPr/>
          </p:nvSpPr>
          <p:spPr>
            <a:xfrm flipV="1">
              <a:off x="5411" y="53728"/>
              <a:ext cx="12186591" cy="737445"/>
            </a:xfrm>
            <a:prstGeom prst="rect">
              <a:avLst/>
            </a:prstGeom>
            <a:gradFill flip="none" rotWithShape="1">
              <a:gsLst>
                <a:gs pos="0">
                  <a:srgbClr val="00448E">
                    <a:alpha val="15000"/>
                  </a:srgbClr>
                </a:gs>
                <a:gs pos="49000">
                  <a:srgbClr val="00448E">
                    <a:alpha val="0"/>
                  </a:srgbClr>
                </a:gs>
              </a:gsLst>
              <a:lin ang="5400000" scaled="1"/>
              <a:tileRect/>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1" name="矩形 10">
              <a:extLst>
                <a:ext uri="{FF2B5EF4-FFF2-40B4-BE49-F238E27FC236}">
                  <a16:creationId xmlns:a16="http://schemas.microsoft.com/office/drawing/2014/main" id="{1968515E-08C3-435A-980E-BF558FA7CD0F}"/>
                </a:ext>
              </a:extLst>
            </p:cNvPr>
            <p:cNvSpPr/>
            <p:nvPr/>
          </p:nvSpPr>
          <p:spPr>
            <a:xfrm>
              <a:off x="5411" y="762785"/>
              <a:ext cx="12229774" cy="45719"/>
            </a:xfrm>
            <a:prstGeom prst="rect">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mn-cs"/>
              </a:endParaRPr>
            </a:p>
          </p:txBody>
        </p:sp>
        <p:grpSp>
          <p:nvGrpSpPr>
            <p:cNvPr id="12" name="组合 11">
              <a:extLst>
                <a:ext uri="{FF2B5EF4-FFF2-40B4-BE49-F238E27FC236}">
                  <a16:creationId xmlns:a16="http://schemas.microsoft.com/office/drawing/2014/main" id="{29A54950-187F-4E9C-B865-F8540E4B0F10}"/>
                </a:ext>
              </a:extLst>
            </p:cNvPr>
            <p:cNvGrpSpPr/>
            <p:nvPr/>
          </p:nvGrpSpPr>
          <p:grpSpPr>
            <a:xfrm>
              <a:off x="-50432" y="682379"/>
              <a:ext cx="539237" cy="94600"/>
              <a:chOff x="-55843" y="628650"/>
              <a:chExt cx="539237" cy="94600"/>
            </a:xfrm>
          </p:grpSpPr>
          <p:sp>
            <p:nvSpPr>
              <p:cNvPr id="17" name="平行四边形 16">
                <a:extLst>
                  <a:ext uri="{FF2B5EF4-FFF2-40B4-BE49-F238E27FC236}">
                    <a16:creationId xmlns:a16="http://schemas.microsoft.com/office/drawing/2014/main" id="{D6F9A2E4-8D53-4EA2-B972-AB284065EA63}"/>
                  </a:ext>
                </a:extLst>
              </p:cNvPr>
              <p:cNvSpPr/>
              <p:nvPr/>
            </p:nvSpPr>
            <p:spPr>
              <a:xfrm flipH="1">
                <a:off x="-55843"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8" name="平行四边形 17">
                <a:extLst>
                  <a:ext uri="{FF2B5EF4-FFF2-40B4-BE49-F238E27FC236}">
                    <a16:creationId xmlns:a16="http://schemas.microsoft.com/office/drawing/2014/main" id="{72AA39BE-D714-4D77-B8A7-54C7CDE57E6E}"/>
                  </a:ext>
                </a:extLst>
              </p:cNvPr>
              <p:cNvSpPr/>
              <p:nvPr/>
            </p:nvSpPr>
            <p:spPr>
              <a:xfrm flipH="1">
                <a:off x="29990"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9" name="平行四边形 18">
                <a:extLst>
                  <a:ext uri="{FF2B5EF4-FFF2-40B4-BE49-F238E27FC236}">
                    <a16:creationId xmlns:a16="http://schemas.microsoft.com/office/drawing/2014/main" id="{FCB174F2-6DE0-4684-A8ED-E0F20F53D450}"/>
                  </a:ext>
                </a:extLst>
              </p:cNvPr>
              <p:cNvSpPr/>
              <p:nvPr/>
            </p:nvSpPr>
            <p:spPr>
              <a:xfrm flipH="1">
                <a:off x="115823"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20" name="平行四边形 19">
                <a:extLst>
                  <a:ext uri="{FF2B5EF4-FFF2-40B4-BE49-F238E27FC236}">
                    <a16:creationId xmlns:a16="http://schemas.microsoft.com/office/drawing/2014/main" id="{0D15C374-FD35-4DA9-A9B0-4AB06273ADBC}"/>
                  </a:ext>
                </a:extLst>
              </p:cNvPr>
              <p:cNvSpPr/>
              <p:nvPr/>
            </p:nvSpPr>
            <p:spPr>
              <a:xfrm flipH="1">
                <a:off x="201656"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21" name="平行四边形 20">
                <a:extLst>
                  <a:ext uri="{FF2B5EF4-FFF2-40B4-BE49-F238E27FC236}">
                    <a16:creationId xmlns:a16="http://schemas.microsoft.com/office/drawing/2014/main" id="{AD8A548E-0B81-408F-ADDD-148D62F17169}"/>
                  </a:ext>
                </a:extLst>
              </p:cNvPr>
              <p:cNvSpPr/>
              <p:nvPr/>
            </p:nvSpPr>
            <p:spPr>
              <a:xfrm flipH="1">
                <a:off x="287489"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22" name="平行四边形 21">
                <a:extLst>
                  <a:ext uri="{FF2B5EF4-FFF2-40B4-BE49-F238E27FC236}">
                    <a16:creationId xmlns:a16="http://schemas.microsoft.com/office/drawing/2014/main" id="{9CE8D40F-C01A-4472-B2FF-AA86E40993D8}"/>
                  </a:ext>
                </a:extLst>
              </p:cNvPr>
              <p:cNvSpPr/>
              <p:nvPr/>
            </p:nvSpPr>
            <p:spPr>
              <a:xfrm flipH="1">
                <a:off x="373320"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mn-cs"/>
                </a:endParaRPr>
              </a:p>
            </p:txBody>
          </p:sp>
        </p:grpSp>
        <p:sp>
          <p:nvSpPr>
            <p:cNvPr id="13" name="平行四边形 12">
              <a:extLst>
                <a:ext uri="{FF2B5EF4-FFF2-40B4-BE49-F238E27FC236}">
                  <a16:creationId xmlns:a16="http://schemas.microsoft.com/office/drawing/2014/main" id="{7BC82760-8CA4-4F41-9CF2-10466BFD4364}"/>
                </a:ext>
              </a:extLst>
            </p:cNvPr>
            <p:cNvSpPr/>
            <p:nvPr/>
          </p:nvSpPr>
          <p:spPr>
            <a:xfrm>
              <a:off x="514462" y="800588"/>
              <a:ext cx="69503" cy="31175"/>
            </a:xfrm>
            <a:prstGeom prst="parallelogram">
              <a:avLst>
                <a:gd name="adj" fmla="val 74000"/>
              </a:avLst>
            </a:prstGeom>
            <a:solidFill>
              <a:srgbClr val="00B0F0">
                <a:alpha val="30000"/>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5" name="平行四边形 14">
              <a:extLst>
                <a:ext uri="{FF2B5EF4-FFF2-40B4-BE49-F238E27FC236}">
                  <a16:creationId xmlns:a16="http://schemas.microsoft.com/office/drawing/2014/main" id="{2CF28AAC-150F-4C44-AB68-8A18F323EDA6}"/>
                </a:ext>
              </a:extLst>
            </p:cNvPr>
            <p:cNvSpPr/>
            <p:nvPr/>
          </p:nvSpPr>
          <p:spPr>
            <a:xfrm>
              <a:off x="445406" y="800588"/>
              <a:ext cx="69503" cy="31175"/>
            </a:xfrm>
            <a:prstGeom prst="parallelogram">
              <a:avLst>
                <a:gd name="adj" fmla="val 74000"/>
              </a:avLst>
            </a:prstGeom>
            <a:solidFill>
              <a:srgbClr val="00B0F0">
                <a:alpha val="20000"/>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6" name="平行四边形 15">
              <a:extLst>
                <a:ext uri="{FF2B5EF4-FFF2-40B4-BE49-F238E27FC236}">
                  <a16:creationId xmlns:a16="http://schemas.microsoft.com/office/drawing/2014/main" id="{FB90FD3E-4D21-4144-86B7-2799A3ECFE60}"/>
                </a:ext>
              </a:extLst>
            </p:cNvPr>
            <p:cNvSpPr/>
            <p:nvPr/>
          </p:nvSpPr>
          <p:spPr>
            <a:xfrm>
              <a:off x="376350" y="800588"/>
              <a:ext cx="69503" cy="31175"/>
            </a:xfrm>
            <a:prstGeom prst="parallelogram">
              <a:avLst>
                <a:gd name="adj" fmla="val 74000"/>
              </a:avLst>
            </a:prstGeom>
            <a:solidFill>
              <a:srgbClr val="00B0F0">
                <a:alpha val="10000"/>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grpSp>
      <p:sp>
        <p:nvSpPr>
          <p:cNvPr id="32" name="TextBox 4">
            <a:extLst>
              <a:ext uri="{FF2B5EF4-FFF2-40B4-BE49-F238E27FC236}">
                <a16:creationId xmlns:a16="http://schemas.microsoft.com/office/drawing/2014/main" id="{C7EC209C-497F-7042-8B2E-FF9F3C3EF682}"/>
              </a:ext>
            </a:extLst>
          </p:cNvPr>
          <p:cNvSpPr txBox="1"/>
          <p:nvPr/>
        </p:nvSpPr>
        <p:spPr>
          <a:xfrm>
            <a:off x="190500" y="114300"/>
            <a:ext cx="5105400" cy="584775"/>
          </a:xfrm>
          <a:prstGeom prst="rect">
            <a:avLst/>
          </a:prstGeom>
          <a:noFill/>
          <a:ln>
            <a:noFill/>
          </a:ln>
        </p:spPr>
        <p:txBody>
          <a:bodyPr wrap="square" rtlCol="0">
            <a:spAutoFit/>
          </a:bodyPr>
          <a:lstStyle/>
          <a:p>
            <a:pPr>
              <a:defRPr/>
            </a:pPr>
            <a:r>
              <a:rPr lang="zh-CN" altLang="en-US" sz="3200" b="1" dirty="0">
                <a:latin typeface="Microsoft YaHei" panose="020B0503020204020204" pitchFamily="34" charset="-122"/>
                <a:ea typeface="Microsoft YaHei" panose="020B0503020204020204" pitchFamily="34" charset="-122"/>
                <a:sym typeface="+mn-ea"/>
              </a:rPr>
              <a:t>现象导入与工程背景</a:t>
            </a:r>
          </a:p>
        </p:txBody>
      </p:sp>
      <p:sp>
        <p:nvSpPr>
          <p:cNvPr id="28" name="矩形 27">
            <a:extLst>
              <a:ext uri="{FF2B5EF4-FFF2-40B4-BE49-F238E27FC236}">
                <a16:creationId xmlns:a16="http://schemas.microsoft.com/office/drawing/2014/main" id="{1CD048AF-B819-4AFE-8CD6-BB28A6F075BC}"/>
              </a:ext>
            </a:extLst>
          </p:cNvPr>
          <p:cNvSpPr/>
          <p:nvPr/>
        </p:nvSpPr>
        <p:spPr>
          <a:xfrm>
            <a:off x="11715750" y="6429539"/>
            <a:ext cx="476250" cy="428461"/>
          </a:xfrm>
          <a:prstGeom prst="rect">
            <a:avLst/>
          </a:prstGeom>
          <a:solidFill>
            <a:srgbClr val="0044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latin typeface="微软雅黑" panose="020B0503020204020204" pitchFamily="34" charset="-122"/>
                <a:ea typeface="微软雅黑" panose="020B0503020204020204" pitchFamily="34" charset="-122"/>
                <a:cs typeface="Times New Roman" panose="02020603050405020304" pitchFamily="18" charset="0"/>
              </a:rPr>
              <a:t>2</a:t>
            </a:r>
            <a:endParaRPr kumimoji="1" lang="zh-CN" altLang="en-US" b="1"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70" name="图片 69">
            <a:extLst>
              <a:ext uri="{FF2B5EF4-FFF2-40B4-BE49-F238E27FC236}">
                <a16:creationId xmlns:a16="http://schemas.microsoft.com/office/drawing/2014/main" id="{0C6FE2C2-E3FA-B1B5-004B-48E237FFD3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64936" y="93145"/>
            <a:ext cx="3350597" cy="628003"/>
          </a:xfrm>
          <a:prstGeom prst="rect">
            <a:avLst/>
          </a:prstGeom>
        </p:spPr>
      </p:pic>
      <p:pic>
        <p:nvPicPr>
          <p:cNvPr id="68" name="图片 67">
            <a:extLst>
              <a:ext uri="{FF2B5EF4-FFF2-40B4-BE49-F238E27FC236}">
                <a16:creationId xmlns:a16="http://schemas.microsoft.com/office/drawing/2014/main" id="{7EBFEA10-D13B-4FA3-965C-65A5FA9039A4}"/>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21324"/>
          <a:stretch/>
        </p:blipFill>
        <p:spPr>
          <a:xfrm>
            <a:off x="104483" y="4209420"/>
            <a:ext cx="5040000" cy="2648580"/>
          </a:xfrm>
          <a:prstGeom prst="rect">
            <a:avLst/>
          </a:prstGeom>
          <a:ln>
            <a:noFill/>
          </a:ln>
          <a:effectLst>
            <a:softEdge rad="112500"/>
          </a:effectLst>
        </p:spPr>
      </p:pic>
      <p:pic>
        <p:nvPicPr>
          <p:cNvPr id="69" name="图片 68">
            <a:extLst>
              <a:ext uri="{FF2B5EF4-FFF2-40B4-BE49-F238E27FC236}">
                <a16:creationId xmlns:a16="http://schemas.microsoft.com/office/drawing/2014/main" id="{7C9796B3-44F1-475D-B396-3F180C1B29B6}"/>
              </a:ext>
            </a:extLst>
          </p:cNvPr>
          <p:cNvPicPr>
            <a:picLocks noChangeAspect="1"/>
          </p:cNvPicPr>
          <p:nvPr/>
        </p:nvPicPr>
        <p:blipFill rotWithShape="1">
          <a:blip r:embed="rId6">
            <a:extLst>
              <a:ext uri="{28A0092B-C50C-407E-A947-70E740481C1C}">
                <a14:useLocalDpi xmlns:a14="http://schemas.microsoft.com/office/drawing/2010/main" val="0"/>
              </a:ext>
            </a:extLst>
          </a:blip>
          <a:srcRect b="12583"/>
          <a:stretch/>
        </p:blipFill>
        <p:spPr>
          <a:xfrm>
            <a:off x="111709" y="1417773"/>
            <a:ext cx="5040000" cy="2879337"/>
          </a:xfrm>
          <a:prstGeom prst="rect">
            <a:avLst/>
          </a:prstGeom>
          <a:ln>
            <a:noFill/>
          </a:ln>
          <a:effectLst>
            <a:softEdge rad="112500"/>
          </a:effectLst>
        </p:spPr>
      </p:pic>
      <p:sp>
        <p:nvSpPr>
          <p:cNvPr id="71" name="Rectangle 2">
            <a:extLst>
              <a:ext uri="{FF2B5EF4-FFF2-40B4-BE49-F238E27FC236}">
                <a16:creationId xmlns:a16="http://schemas.microsoft.com/office/drawing/2014/main" id="{AE7B35E6-CF48-48FA-91E7-4BD3BDA70740}"/>
              </a:ext>
            </a:extLst>
          </p:cNvPr>
          <p:cNvSpPr>
            <a:spLocks noChangeArrowheads="1"/>
          </p:cNvSpPr>
          <p:nvPr/>
        </p:nvSpPr>
        <p:spPr bwMode="auto">
          <a:xfrm>
            <a:off x="-36512" y="664852"/>
            <a:ext cx="12186591" cy="7155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3200" b="1" i="0" u="none" strike="noStrike" cap="none" normalizeH="0" baseline="0" dirty="0">
                <a:ln>
                  <a:noFill/>
                </a:ln>
                <a:solidFill>
                  <a:srgbClr val="C00000"/>
                </a:solidFill>
                <a:effectLst/>
                <a:latin typeface="黑体" panose="02010609060101010101" pitchFamily="49" charset="-122"/>
                <a:ea typeface="黑体" panose="02010609060101010101" pitchFamily="49" charset="-122"/>
              </a:rPr>
              <a:t>“如果我在下游</a:t>
            </a:r>
            <a:r>
              <a:rPr lang="zh-CN" altLang="en-US" sz="3200" b="1" dirty="0">
                <a:solidFill>
                  <a:srgbClr val="C00000"/>
                </a:solidFill>
                <a:latin typeface="黑体" panose="02010609060101010101" pitchFamily="49" charset="-122"/>
                <a:ea typeface="黑体" panose="02010609060101010101" pitchFamily="49" charset="-122"/>
              </a:rPr>
              <a:t>扔</a:t>
            </a:r>
            <a:r>
              <a:rPr kumimoji="0" lang="zh-CN" altLang="zh-CN" sz="3200" b="1" i="0" u="none" strike="noStrike" cap="none" normalizeH="0" baseline="0" dirty="0">
                <a:ln>
                  <a:noFill/>
                </a:ln>
                <a:solidFill>
                  <a:srgbClr val="C00000"/>
                </a:solidFill>
                <a:effectLst/>
                <a:latin typeface="黑体" panose="02010609060101010101" pitchFamily="49" charset="-122"/>
                <a:ea typeface="黑体" panose="02010609060101010101" pitchFamily="49" charset="-122"/>
              </a:rPr>
              <a:t>一块石头，上游的水</a:t>
            </a:r>
            <a:r>
              <a:rPr kumimoji="0" lang="zh-CN" altLang="en-US" sz="3200" b="1" i="0" u="none" strike="noStrike" cap="none" normalizeH="0" baseline="0" dirty="0">
                <a:ln>
                  <a:noFill/>
                </a:ln>
                <a:solidFill>
                  <a:srgbClr val="C00000"/>
                </a:solidFill>
                <a:effectLst/>
                <a:latin typeface="黑体" panose="02010609060101010101" pitchFamily="49" charset="-122"/>
                <a:ea typeface="黑体" panose="02010609060101010101" pitchFamily="49" charset="-122"/>
              </a:rPr>
              <a:t>面</a:t>
            </a:r>
            <a:r>
              <a:rPr kumimoji="0" lang="zh-CN" altLang="zh-CN" sz="3200" b="1" i="0" u="none" strike="noStrike" cap="none" normalizeH="0" baseline="0" dirty="0">
                <a:ln>
                  <a:noFill/>
                </a:ln>
                <a:solidFill>
                  <a:srgbClr val="C00000"/>
                </a:solidFill>
                <a:effectLst/>
                <a:latin typeface="黑体" panose="02010609060101010101" pitchFamily="49" charset="-122"/>
                <a:ea typeface="黑体" panose="02010609060101010101" pitchFamily="49" charset="-122"/>
              </a:rPr>
              <a:t>会不会知道？”</a:t>
            </a:r>
          </a:p>
        </p:txBody>
      </p:sp>
      <p:pic>
        <p:nvPicPr>
          <p:cNvPr id="72" name="图片 71">
            <a:extLst>
              <a:ext uri="{FF2B5EF4-FFF2-40B4-BE49-F238E27FC236}">
                <a16:creationId xmlns:a16="http://schemas.microsoft.com/office/drawing/2014/main" id="{24AAF273-AEF4-4375-89BB-A21DF3768999}"/>
              </a:ext>
            </a:extLst>
          </p:cNvPr>
          <p:cNvPicPr>
            <a:picLocks noChangeAspect="1"/>
          </p:cNvPicPr>
          <p:nvPr/>
        </p:nvPicPr>
        <p:blipFill>
          <a:blip r:embed="rId7"/>
          <a:stretch>
            <a:fillRect/>
          </a:stretch>
        </p:blipFill>
        <p:spPr>
          <a:xfrm>
            <a:off x="5832645" y="1282949"/>
            <a:ext cx="5364000" cy="3367698"/>
          </a:xfrm>
          <a:prstGeom prst="rect">
            <a:avLst/>
          </a:prstGeom>
          <a:ln>
            <a:noFill/>
          </a:ln>
          <a:effectLst>
            <a:softEdge rad="112500"/>
          </a:effectLst>
        </p:spPr>
      </p:pic>
      <p:sp>
        <p:nvSpPr>
          <p:cNvPr id="29" name="文本框 28">
            <a:extLst>
              <a:ext uri="{FF2B5EF4-FFF2-40B4-BE49-F238E27FC236}">
                <a16:creationId xmlns:a16="http://schemas.microsoft.com/office/drawing/2014/main" id="{0CD97CE2-D0AA-4D1F-8C26-704762BB7278}"/>
              </a:ext>
            </a:extLst>
          </p:cNvPr>
          <p:cNvSpPr txBox="1"/>
          <p:nvPr/>
        </p:nvSpPr>
        <p:spPr>
          <a:xfrm>
            <a:off x="5967751" y="4795620"/>
            <a:ext cx="5040001" cy="497957"/>
          </a:xfrm>
          <a:prstGeom prst="rect">
            <a:avLst/>
          </a:prstGeom>
          <a:solidFill>
            <a:schemeClr val="accent1">
              <a:lumMod val="20000"/>
              <a:lumOff val="80000"/>
            </a:schemeClr>
          </a:solidFill>
        </p:spPr>
        <p:txBody>
          <a:bodyPr wrap="square">
            <a:spAutoFit/>
          </a:bodyPr>
          <a:lstStyle/>
          <a:p>
            <a:pPr marL="0" marR="0" lvl="0" indent="0" defTabSz="914400" eaLnBrk="0" fontAlgn="base" latinLnBrk="0" hangingPunct="0">
              <a:lnSpc>
                <a:spcPct val="120000"/>
              </a:lnSpc>
              <a:spcBef>
                <a:spcPct val="0"/>
              </a:spcBef>
              <a:spcAft>
                <a:spcPct val="0"/>
              </a:spcAft>
              <a:buClrTx/>
              <a:buSzTx/>
              <a:buFontTx/>
              <a:buNone/>
              <a:tabLst/>
              <a:defRPr/>
            </a:pPr>
            <a:r>
              <a:rPr kumimoji="0" lang="en-US" altLang="zh-CN"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a:t>
            </a:r>
            <a:r>
              <a:rPr kumimoji="0" lang="zh-CN" altLang="en-US"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水渠如何设计？</a:t>
            </a:r>
            <a:endParaRPr kumimoji="0" lang="en-US" altLang="zh-CN"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0" name="文本框 29">
            <a:extLst>
              <a:ext uri="{FF2B5EF4-FFF2-40B4-BE49-F238E27FC236}">
                <a16:creationId xmlns:a16="http://schemas.microsoft.com/office/drawing/2014/main" id="{709A58EE-6168-4B93-BDF0-0EC9D1CAE363}"/>
              </a:ext>
            </a:extLst>
          </p:cNvPr>
          <p:cNvSpPr txBox="1"/>
          <p:nvPr/>
        </p:nvSpPr>
        <p:spPr>
          <a:xfrm>
            <a:off x="5974978" y="5505497"/>
            <a:ext cx="5040000" cy="464166"/>
          </a:xfrm>
          <a:prstGeom prst="rect">
            <a:avLst/>
          </a:prstGeom>
          <a:solidFill>
            <a:schemeClr val="accent1">
              <a:lumMod val="20000"/>
              <a:lumOff val="80000"/>
            </a:schemeClr>
          </a:solidFill>
        </p:spPr>
        <p:txBody>
          <a:bodyPr wrap="square">
            <a:spAutoFit/>
          </a:bodyPr>
          <a:lstStyle/>
          <a:p>
            <a:pPr marL="0" marR="0" lvl="0" indent="0" defTabSz="914400" eaLnBrk="0" fontAlgn="base" latinLnBrk="0" hangingPunct="0">
              <a:lnSpc>
                <a:spcPct val="120000"/>
              </a:lnSpc>
              <a:spcBef>
                <a:spcPct val="0"/>
              </a:spcBef>
              <a:spcAft>
                <a:spcPct val="0"/>
              </a:spcAft>
              <a:buClrTx/>
              <a:buSzTx/>
              <a:buFontTx/>
              <a:buNone/>
              <a:tabLst/>
              <a:defRPr/>
            </a:pPr>
            <a:r>
              <a:rPr kumimoji="0" lang="en-US" altLang="zh-CN" sz="2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a:t>
            </a:r>
            <a:r>
              <a:rPr kumimoji="0" lang="zh-CN" altLang="en-US" sz="2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水工建筑物建在哪里？</a:t>
            </a:r>
            <a:endParaRPr kumimoji="0" lang="en-US" altLang="zh-CN" sz="2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1" name="文本框 30">
            <a:extLst>
              <a:ext uri="{FF2B5EF4-FFF2-40B4-BE49-F238E27FC236}">
                <a16:creationId xmlns:a16="http://schemas.microsoft.com/office/drawing/2014/main" id="{9274AED4-249C-4B97-ABA6-AF4FF26CCFD9}"/>
              </a:ext>
            </a:extLst>
          </p:cNvPr>
          <p:cNvSpPr txBox="1"/>
          <p:nvPr/>
        </p:nvSpPr>
        <p:spPr>
          <a:xfrm>
            <a:off x="5974977" y="6236199"/>
            <a:ext cx="5032775" cy="497957"/>
          </a:xfrm>
          <a:prstGeom prst="rect">
            <a:avLst/>
          </a:prstGeom>
          <a:solidFill>
            <a:schemeClr val="accent1">
              <a:lumMod val="20000"/>
              <a:lumOff val="80000"/>
            </a:schemeClr>
          </a:solidFill>
        </p:spPr>
        <p:txBody>
          <a:bodyPr wrap="square">
            <a:spAutoFit/>
          </a:bodyPr>
          <a:lstStyle/>
          <a:p>
            <a:pPr marL="0" marR="0" lvl="0" indent="0" defTabSz="914400" eaLnBrk="0" fontAlgn="base" latinLnBrk="0" hangingPunct="0">
              <a:lnSpc>
                <a:spcPct val="120000"/>
              </a:lnSpc>
              <a:spcBef>
                <a:spcPct val="0"/>
              </a:spcBef>
              <a:spcAft>
                <a:spcPct val="0"/>
              </a:spcAft>
              <a:buClrTx/>
              <a:buSzTx/>
              <a:buFontTx/>
              <a:buNone/>
              <a:tabLst/>
              <a:defRPr/>
            </a:pPr>
            <a:r>
              <a:rPr lang="en-US" altLang="zh-CN" sz="24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a:t>
            </a:r>
            <a:r>
              <a:rPr kumimoji="0" lang="en-US" altLang="zh-CN"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4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水位如何控制？</a:t>
            </a:r>
            <a:endParaRPr kumimoji="0" lang="en-US" altLang="zh-CN"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流程图: 磁盘 4">
            <a:extLst>
              <a:ext uri="{FF2B5EF4-FFF2-40B4-BE49-F238E27FC236}">
                <a16:creationId xmlns:a16="http://schemas.microsoft.com/office/drawing/2014/main" id="{1EEB2A59-10FD-42DD-86E4-09D7F35D836C}"/>
              </a:ext>
            </a:extLst>
          </p:cNvPr>
          <p:cNvSpPr/>
          <p:nvPr/>
        </p:nvSpPr>
        <p:spPr>
          <a:xfrm>
            <a:off x="2407023" y="5737580"/>
            <a:ext cx="927848" cy="612648"/>
          </a:xfrm>
          <a:prstGeom prst="flowChartMagneticDisk">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28348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9"/>
                                        </p:tgtEl>
                                        <p:attrNameLst>
                                          <p:attrName>style.visibility</p:attrName>
                                        </p:attrNameLst>
                                      </p:cBhvr>
                                      <p:to>
                                        <p:strVal val="visible"/>
                                      </p:to>
                                    </p:set>
                                    <p:anim calcmode="lin" valueType="num">
                                      <p:cBhvr additive="base">
                                        <p:cTn id="13" dur="500" fill="hold"/>
                                        <p:tgtEl>
                                          <p:spTgt spid="29"/>
                                        </p:tgtEl>
                                        <p:attrNameLst>
                                          <p:attrName>ppt_x</p:attrName>
                                        </p:attrNameLst>
                                      </p:cBhvr>
                                      <p:tavLst>
                                        <p:tav tm="0">
                                          <p:val>
                                            <p:strVal val="#ppt_x"/>
                                          </p:val>
                                        </p:tav>
                                        <p:tav tm="100000">
                                          <p:val>
                                            <p:strVal val="#ppt_x"/>
                                          </p:val>
                                        </p:tav>
                                      </p:tavLst>
                                    </p:anim>
                                    <p:anim calcmode="lin" valueType="num">
                                      <p:cBhvr additive="base">
                                        <p:cTn id="14"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anim calcmode="lin" valueType="num">
                                      <p:cBhvr additive="base">
                                        <p:cTn id="19" dur="500" fill="hold"/>
                                        <p:tgtEl>
                                          <p:spTgt spid="30"/>
                                        </p:tgtEl>
                                        <p:attrNameLst>
                                          <p:attrName>ppt_x</p:attrName>
                                        </p:attrNameLst>
                                      </p:cBhvr>
                                      <p:tavLst>
                                        <p:tav tm="0">
                                          <p:val>
                                            <p:strVal val="#ppt_x"/>
                                          </p:val>
                                        </p:tav>
                                        <p:tav tm="100000">
                                          <p:val>
                                            <p:strVal val="#ppt_x"/>
                                          </p:val>
                                        </p:tav>
                                      </p:tavLst>
                                    </p:anim>
                                    <p:anim calcmode="lin" valueType="num">
                                      <p:cBhvr additive="base">
                                        <p:cTn id="20"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1"/>
                                        </p:tgtEl>
                                        <p:attrNameLst>
                                          <p:attrName>style.visibility</p:attrName>
                                        </p:attrNameLst>
                                      </p:cBhvr>
                                      <p:to>
                                        <p:strVal val="visible"/>
                                      </p:to>
                                    </p:set>
                                    <p:anim calcmode="lin" valueType="num">
                                      <p:cBhvr additive="base">
                                        <p:cTn id="25" dur="500" fill="hold"/>
                                        <p:tgtEl>
                                          <p:spTgt spid="31"/>
                                        </p:tgtEl>
                                        <p:attrNameLst>
                                          <p:attrName>ppt_x</p:attrName>
                                        </p:attrNameLst>
                                      </p:cBhvr>
                                      <p:tavLst>
                                        <p:tav tm="0">
                                          <p:val>
                                            <p:strVal val="#ppt_x"/>
                                          </p:val>
                                        </p:tav>
                                        <p:tav tm="100000">
                                          <p:val>
                                            <p:strVal val="#ppt_x"/>
                                          </p:val>
                                        </p:tav>
                                      </p:tavLst>
                                    </p:anim>
                                    <p:anim calcmode="lin" valueType="num">
                                      <p:cBhvr additive="base">
                                        <p:cTn id="26"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图片 46">
            <a:extLst>
              <a:ext uri="{FF2B5EF4-FFF2-40B4-BE49-F238E27FC236}">
                <a16:creationId xmlns:a16="http://schemas.microsoft.com/office/drawing/2014/main" id="{B1FBBD8A-F6B5-4BD6-AE2F-3F553E4295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2" name="文本框 1"/>
          <p:cNvSpPr txBox="1"/>
          <p:nvPr/>
        </p:nvSpPr>
        <p:spPr>
          <a:xfrm>
            <a:off x="276467" y="144288"/>
            <a:ext cx="1669047" cy="646331"/>
          </a:xfrm>
          <a:prstGeom prst="rect">
            <a:avLst/>
          </a:prstGeom>
          <a:noFill/>
        </p:spPr>
        <p:txBody>
          <a:bodyPr wrap="none" rtlCol="0" anchor="t">
            <a:spAutoFit/>
          </a:bodyPr>
          <a:lstStyle/>
          <a:p>
            <a:r>
              <a:rPr lang="en-US" altLang="zh-CN" sz="3600" b="1" dirty="0">
                <a:solidFill>
                  <a:schemeClr val="bg1"/>
                </a:solidFill>
                <a:latin typeface="方正兰亭中粗黑_GBK" panose="02000000000000000000" charset="-122"/>
                <a:ea typeface="方正兰亭中粗黑_GBK" panose="02000000000000000000" charset="-122"/>
                <a:sym typeface="+mn-ea"/>
              </a:rPr>
              <a:t>1 </a:t>
            </a:r>
            <a:r>
              <a:rPr lang="zh-CN" altLang="en-US" sz="3600" b="1" dirty="0">
                <a:solidFill>
                  <a:schemeClr val="bg1"/>
                </a:solidFill>
                <a:latin typeface="方正兰亭中粗黑_GBK" panose="02000000000000000000" charset="-122"/>
                <a:ea typeface="方正兰亭中粗黑_GBK" panose="02000000000000000000" charset="-122"/>
                <a:sym typeface="+mn-ea"/>
              </a:rPr>
              <a:t>绪论 </a:t>
            </a:r>
          </a:p>
        </p:txBody>
      </p:sp>
      <p:sp>
        <p:nvSpPr>
          <p:cNvPr id="3" name="文本框 2"/>
          <p:cNvSpPr txBox="1"/>
          <p:nvPr/>
        </p:nvSpPr>
        <p:spPr>
          <a:xfrm>
            <a:off x="8822821" y="225208"/>
            <a:ext cx="3350597" cy="523220"/>
          </a:xfrm>
          <a:prstGeom prst="rect">
            <a:avLst/>
          </a:prstGeom>
          <a:noFill/>
        </p:spPr>
        <p:txBody>
          <a:bodyPr wrap="none" rtlCol="0" anchor="t">
            <a:spAutoFit/>
          </a:bodyPr>
          <a:lstStyle/>
          <a:p>
            <a:r>
              <a:rPr lang="en-US" altLang="zh-CN" sz="2800" b="1" dirty="0">
                <a:solidFill>
                  <a:schemeClr val="bg1"/>
                </a:solidFill>
                <a:latin typeface="兰亭黑-简" panose="02000000000000000000" charset="-122"/>
                <a:ea typeface="兰亭黑-简" panose="02000000000000000000" charset="-122"/>
                <a:sym typeface="+mn-ea"/>
              </a:rPr>
              <a:t>1.1 </a:t>
            </a:r>
            <a:r>
              <a:rPr lang="zh-CN" altLang="en-US" sz="2800" b="1" dirty="0">
                <a:solidFill>
                  <a:schemeClr val="bg1"/>
                </a:solidFill>
                <a:latin typeface="兰亭黑-简" panose="02000000000000000000" charset="-122"/>
                <a:ea typeface="兰亭黑-简" panose="02000000000000000000" charset="-122"/>
                <a:sym typeface="+mn-ea"/>
              </a:rPr>
              <a:t>研究背景及意义</a:t>
            </a:r>
          </a:p>
        </p:txBody>
      </p:sp>
      <p:grpSp>
        <p:nvGrpSpPr>
          <p:cNvPr id="8" name="组合 7">
            <a:extLst>
              <a:ext uri="{FF2B5EF4-FFF2-40B4-BE49-F238E27FC236}">
                <a16:creationId xmlns:a16="http://schemas.microsoft.com/office/drawing/2014/main" id="{D3F82734-8A59-4FF3-BC43-CAB89127B117}"/>
              </a:ext>
            </a:extLst>
          </p:cNvPr>
          <p:cNvGrpSpPr/>
          <p:nvPr/>
        </p:nvGrpSpPr>
        <p:grpSpPr>
          <a:xfrm>
            <a:off x="-59957" y="53728"/>
            <a:ext cx="12285617" cy="790577"/>
            <a:chOff x="-50432" y="53728"/>
            <a:chExt cx="12285617" cy="790577"/>
          </a:xfrm>
        </p:grpSpPr>
        <p:sp>
          <p:nvSpPr>
            <p:cNvPr id="9" name="六边形 24">
              <a:extLst>
                <a:ext uri="{FF2B5EF4-FFF2-40B4-BE49-F238E27FC236}">
                  <a16:creationId xmlns:a16="http://schemas.microsoft.com/office/drawing/2014/main" id="{68F9CC4C-7D7D-4881-82E9-10A79A763B44}"/>
                </a:ext>
              </a:extLst>
            </p:cNvPr>
            <p:cNvSpPr/>
            <p:nvPr/>
          </p:nvSpPr>
          <p:spPr>
            <a:xfrm>
              <a:off x="74468" y="769295"/>
              <a:ext cx="552450" cy="75010"/>
            </a:xfrm>
            <a:custGeom>
              <a:avLst/>
              <a:gdLst>
                <a:gd name="connsiteX0" fmla="*/ 0 w 747713"/>
                <a:gd name="connsiteY0" fmla="*/ 75010 h 150019"/>
                <a:gd name="connsiteX1" fmla="*/ 37505 w 747713"/>
                <a:gd name="connsiteY1" fmla="*/ 0 h 150019"/>
                <a:gd name="connsiteX2" fmla="*/ 710208 w 747713"/>
                <a:gd name="connsiteY2" fmla="*/ 0 h 150019"/>
                <a:gd name="connsiteX3" fmla="*/ 747713 w 747713"/>
                <a:gd name="connsiteY3" fmla="*/ 75010 h 150019"/>
                <a:gd name="connsiteX4" fmla="*/ 710208 w 747713"/>
                <a:gd name="connsiteY4" fmla="*/ 150019 h 150019"/>
                <a:gd name="connsiteX5" fmla="*/ 37505 w 747713"/>
                <a:gd name="connsiteY5" fmla="*/ 150019 h 150019"/>
                <a:gd name="connsiteX6" fmla="*/ 0 w 747713"/>
                <a:gd name="connsiteY6" fmla="*/ 75010 h 150019"/>
                <a:gd name="connsiteX0-1" fmla="*/ 37505 w 747713"/>
                <a:gd name="connsiteY0-2" fmla="*/ 0 h 150019"/>
                <a:gd name="connsiteX1-3" fmla="*/ 710208 w 747713"/>
                <a:gd name="connsiteY1-4" fmla="*/ 0 h 150019"/>
                <a:gd name="connsiteX2-5" fmla="*/ 747713 w 747713"/>
                <a:gd name="connsiteY2-6" fmla="*/ 75010 h 150019"/>
                <a:gd name="connsiteX3-7" fmla="*/ 710208 w 747713"/>
                <a:gd name="connsiteY3-8" fmla="*/ 150019 h 150019"/>
                <a:gd name="connsiteX4-9" fmla="*/ 37505 w 747713"/>
                <a:gd name="connsiteY4-10" fmla="*/ 150019 h 150019"/>
                <a:gd name="connsiteX5-11" fmla="*/ 0 w 747713"/>
                <a:gd name="connsiteY5-12" fmla="*/ 75010 h 150019"/>
                <a:gd name="connsiteX6-13" fmla="*/ 128945 w 747713"/>
                <a:gd name="connsiteY6-14" fmla="*/ 91440 h 150019"/>
                <a:gd name="connsiteX0-15" fmla="*/ 37505 w 747713"/>
                <a:gd name="connsiteY0-16" fmla="*/ 0 h 150019"/>
                <a:gd name="connsiteX1-17" fmla="*/ 710208 w 747713"/>
                <a:gd name="connsiteY1-18" fmla="*/ 0 h 150019"/>
                <a:gd name="connsiteX2-19" fmla="*/ 747713 w 747713"/>
                <a:gd name="connsiteY2-20" fmla="*/ 75010 h 150019"/>
                <a:gd name="connsiteX3-21" fmla="*/ 710208 w 747713"/>
                <a:gd name="connsiteY3-22" fmla="*/ 150019 h 150019"/>
                <a:gd name="connsiteX4-23" fmla="*/ 37505 w 747713"/>
                <a:gd name="connsiteY4-24" fmla="*/ 150019 h 150019"/>
                <a:gd name="connsiteX5-25" fmla="*/ 0 w 747713"/>
                <a:gd name="connsiteY5-26" fmla="*/ 75010 h 150019"/>
                <a:gd name="connsiteX0-27" fmla="*/ 710208 w 747713"/>
                <a:gd name="connsiteY0-28" fmla="*/ 0 h 150019"/>
                <a:gd name="connsiteX1-29" fmla="*/ 747713 w 747713"/>
                <a:gd name="connsiteY1-30" fmla="*/ 75010 h 150019"/>
                <a:gd name="connsiteX2-31" fmla="*/ 710208 w 747713"/>
                <a:gd name="connsiteY2-32" fmla="*/ 150019 h 150019"/>
                <a:gd name="connsiteX3-33" fmla="*/ 37505 w 747713"/>
                <a:gd name="connsiteY3-34" fmla="*/ 150019 h 150019"/>
                <a:gd name="connsiteX4-35" fmla="*/ 0 w 747713"/>
                <a:gd name="connsiteY4-36" fmla="*/ 75010 h 150019"/>
                <a:gd name="connsiteX0-37" fmla="*/ 672703 w 710208"/>
                <a:gd name="connsiteY0-38" fmla="*/ 0 h 150019"/>
                <a:gd name="connsiteX1-39" fmla="*/ 710208 w 710208"/>
                <a:gd name="connsiteY1-40" fmla="*/ 75010 h 150019"/>
                <a:gd name="connsiteX2-41" fmla="*/ 672703 w 710208"/>
                <a:gd name="connsiteY2-42" fmla="*/ 150019 h 150019"/>
                <a:gd name="connsiteX3-43" fmla="*/ 0 w 710208"/>
                <a:gd name="connsiteY3-44" fmla="*/ 150019 h 150019"/>
                <a:gd name="connsiteX0-45" fmla="*/ 710208 w 710208"/>
                <a:gd name="connsiteY0-46" fmla="*/ 0 h 75009"/>
                <a:gd name="connsiteX1-47" fmla="*/ 672703 w 710208"/>
                <a:gd name="connsiteY1-48" fmla="*/ 75009 h 75009"/>
                <a:gd name="connsiteX2-49" fmla="*/ 0 w 710208"/>
                <a:gd name="connsiteY2-50" fmla="*/ 75009 h 75009"/>
                <a:gd name="connsiteX0-51" fmla="*/ 710208 w 710208"/>
                <a:gd name="connsiteY0-52" fmla="*/ 0 h 75010"/>
                <a:gd name="connsiteX1-53" fmla="*/ 672703 w 710208"/>
                <a:gd name="connsiteY1-54" fmla="*/ 75009 h 75010"/>
                <a:gd name="connsiteX2-55" fmla="*/ 352016 w 710208"/>
                <a:gd name="connsiteY2-56" fmla="*/ 75010 h 75010"/>
                <a:gd name="connsiteX3-57" fmla="*/ 0 w 710208"/>
                <a:gd name="connsiteY3-58" fmla="*/ 75009 h 75010"/>
                <a:gd name="connsiteX0-59" fmla="*/ 358192 w 358192"/>
                <a:gd name="connsiteY0-60" fmla="*/ 0 h 75010"/>
                <a:gd name="connsiteX1-61" fmla="*/ 320687 w 358192"/>
                <a:gd name="connsiteY1-62" fmla="*/ 75009 h 75010"/>
                <a:gd name="connsiteX2-63" fmla="*/ 0 w 358192"/>
                <a:gd name="connsiteY2-64" fmla="*/ 75010 h 75010"/>
              </a:gdLst>
              <a:ahLst/>
              <a:cxnLst>
                <a:cxn ang="0">
                  <a:pos x="connsiteX0-1" y="connsiteY0-2"/>
                </a:cxn>
                <a:cxn ang="0">
                  <a:pos x="connsiteX1-3" y="connsiteY1-4"/>
                </a:cxn>
                <a:cxn ang="0">
                  <a:pos x="connsiteX2-5" y="connsiteY2-6"/>
                </a:cxn>
              </a:cxnLst>
              <a:rect l="l" t="t" r="r" b="b"/>
              <a:pathLst>
                <a:path w="358192" h="75010">
                  <a:moveTo>
                    <a:pt x="358192" y="0"/>
                  </a:moveTo>
                  <a:lnTo>
                    <a:pt x="320687" y="75009"/>
                  </a:lnTo>
                  <a:lnTo>
                    <a:pt x="0" y="75010"/>
                  </a:lnTo>
                </a:path>
              </a:pathLst>
            </a:custGeom>
            <a:noFill/>
            <a:ln>
              <a:solidFill>
                <a:srgbClr val="00B0F0"/>
              </a:solidFill>
              <a:tailEnd type="diamond"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0" name="矩形 9">
              <a:extLst>
                <a:ext uri="{FF2B5EF4-FFF2-40B4-BE49-F238E27FC236}">
                  <a16:creationId xmlns:a16="http://schemas.microsoft.com/office/drawing/2014/main" id="{ED237AC2-3AEB-46ED-8BAC-3650FF5362FA}"/>
                </a:ext>
              </a:extLst>
            </p:cNvPr>
            <p:cNvSpPr/>
            <p:nvPr/>
          </p:nvSpPr>
          <p:spPr>
            <a:xfrm flipV="1">
              <a:off x="5411" y="53728"/>
              <a:ext cx="12186591" cy="737445"/>
            </a:xfrm>
            <a:prstGeom prst="rect">
              <a:avLst/>
            </a:prstGeom>
            <a:gradFill flip="none" rotWithShape="1">
              <a:gsLst>
                <a:gs pos="0">
                  <a:srgbClr val="00448E">
                    <a:alpha val="15000"/>
                  </a:srgbClr>
                </a:gs>
                <a:gs pos="49000">
                  <a:srgbClr val="00448E">
                    <a:alpha val="0"/>
                  </a:srgbClr>
                </a:gs>
              </a:gsLst>
              <a:lin ang="5400000" scaled="1"/>
              <a:tileRect/>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1" name="矩形 10">
              <a:extLst>
                <a:ext uri="{FF2B5EF4-FFF2-40B4-BE49-F238E27FC236}">
                  <a16:creationId xmlns:a16="http://schemas.microsoft.com/office/drawing/2014/main" id="{1968515E-08C3-435A-980E-BF558FA7CD0F}"/>
                </a:ext>
              </a:extLst>
            </p:cNvPr>
            <p:cNvSpPr/>
            <p:nvPr/>
          </p:nvSpPr>
          <p:spPr>
            <a:xfrm>
              <a:off x="5411" y="762785"/>
              <a:ext cx="12229774" cy="45719"/>
            </a:xfrm>
            <a:prstGeom prst="rect">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mn-cs"/>
              </a:endParaRPr>
            </a:p>
          </p:txBody>
        </p:sp>
        <p:grpSp>
          <p:nvGrpSpPr>
            <p:cNvPr id="12" name="组合 11">
              <a:extLst>
                <a:ext uri="{FF2B5EF4-FFF2-40B4-BE49-F238E27FC236}">
                  <a16:creationId xmlns:a16="http://schemas.microsoft.com/office/drawing/2014/main" id="{29A54950-187F-4E9C-B865-F8540E4B0F10}"/>
                </a:ext>
              </a:extLst>
            </p:cNvPr>
            <p:cNvGrpSpPr/>
            <p:nvPr/>
          </p:nvGrpSpPr>
          <p:grpSpPr>
            <a:xfrm>
              <a:off x="-50432" y="682379"/>
              <a:ext cx="539237" cy="94600"/>
              <a:chOff x="-55843" y="628650"/>
              <a:chExt cx="539237" cy="94600"/>
            </a:xfrm>
          </p:grpSpPr>
          <p:sp>
            <p:nvSpPr>
              <p:cNvPr id="17" name="平行四边形 16">
                <a:extLst>
                  <a:ext uri="{FF2B5EF4-FFF2-40B4-BE49-F238E27FC236}">
                    <a16:creationId xmlns:a16="http://schemas.microsoft.com/office/drawing/2014/main" id="{D6F9A2E4-8D53-4EA2-B972-AB284065EA63}"/>
                  </a:ext>
                </a:extLst>
              </p:cNvPr>
              <p:cNvSpPr/>
              <p:nvPr/>
            </p:nvSpPr>
            <p:spPr>
              <a:xfrm flipH="1">
                <a:off x="-55843"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8" name="平行四边形 17">
                <a:extLst>
                  <a:ext uri="{FF2B5EF4-FFF2-40B4-BE49-F238E27FC236}">
                    <a16:creationId xmlns:a16="http://schemas.microsoft.com/office/drawing/2014/main" id="{72AA39BE-D714-4D77-B8A7-54C7CDE57E6E}"/>
                  </a:ext>
                </a:extLst>
              </p:cNvPr>
              <p:cNvSpPr/>
              <p:nvPr/>
            </p:nvSpPr>
            <p:spPr>
              <a:xfrm flipH="1">
                <a:off x="29990"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9" name="平行四边形 18">
                <a:extLst>
                  <a:ext uri="{FF2B5EF4-FFF2-40B4-BE49-F238E27FC236}">
                    <a16:creationId xmlns:a16="http://schemas.microsoft.com/office/drawing/2014/main" id="{FCB174F2-6DE0-4684-A8ED-E0F20F53D450}"/>
                  </a:ext>
                </a:extLst>
              </p:cNvPr>
              <p:cNvSpPr/>
              <p:nvPr/>
            </p:nvSpPr>
            <p:spPr>
              <a:xfrm flipH="1">
                <a:off x="115823"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20" name="平行四边形 19">
                <a:extLst>
                  <a:ext uri="{FF2B5EF4-FFF2-40B4-BE49-F238E27FC236}">
                    <a16:creationId xmlns:a16="http://schemas.microsoft.com/office/drawing/2014/main" id="{0D15C374-FD35-4DA9-A9B0-4AB06273ADBC}"/>
                  </a:ext>
                </a:extLst>
              </p:cNvPr>
              <p:cNvSpPr/>
              <p:nvPr/>
            </p:nvSpPr>
            <p:spPr>
              <a:xfrm flipH="1">
                <a:off x="201656"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21" name="平行四边形 20">
                <a:extLst>
                  <a:ext uri="{FF2B5EF4-FFF2-40B4-BE49-F238E27FC236}">
                    <a16:creationId xmlns:a16="http://schemas.microsoft.com/office/drawing/2014/main" id="{AD8A548E-0B81-408F-ADDD-148D62F17169}"/>
                  </a:ext>
                </a:extLst>
              </p:cNvPr>
              <p:cNvSpPr/>
              <p:nvPr/>
            </p:nvSpPr>
            <p:spPr>
              <a:xfrm flipH="1">
                <a:off x="287489"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22" name="平行四边形 21">
                <a:extLst>
                  <a:ext uri="{FF2B5EF4-FFF2-40B4-BE49-F238E27FC236}">
                    <a16:creationId xmlns:a16="http://schemas.microsoft.com/office/drawing/2014/main" id="{9CE8D40F-C01A-4472-B2FF-AA86E40993D8}"/>
                  </a:ext>
                </a:extLst>
              </p:cNvPr>
              <p:cNvSpPr/>
              <p:nvPr/>
            </p:nvSpPr>
            <p:spPr>
              <a:xfrm flipH="1">
                <a:off x="373320"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mn-cs"/>
                </a:endParaRPr>
              </a:p>
            </p:txBody>
          </p:sp>
        </p:grpSp>
        <p:sp>
          <p:nvSpPr>
            <p:cNvPr id="13" name="平行四边形 12">
              <a:extLst>
                <a:ext uri="{FF2B5EF4-FFF2-40B4-BE49-F238E27FC236}">
                  <a16:creationId xmlns:a16="http://schemas.microsoft.com/office/drawing/2014/main" id="{7BC82760-8CA4-4F41-9CF2-10466BFD4364}"/>
                </a:ext>
              </a:extLst>
            </p:cNvPr>
            <p:cNvSpPr/>
            <p:nvPr/>
          </p:nvSpPr>
          <p:spPr>
            <a:xfrm>
              <a:off x="514462" y="800588"/>
              <a:ext cx="69503" cy="31175"/>
            </a:xfrm>
            <a:prstGeom prst="parallelogram">
              <a:avLst>
                <a:gd name="adj" fmla="val 74000"/>
              </a:avLst>
            </a:prstGeom>
            <a:solidFill>
              <a:srgbClr val="00B0F0">
                <a:alpha val="30000"/>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5" name="平行四边形 14">
              <a:extLst>
                <a:ext uri="{FF2B5EF4-FFF2-40B4-BE49-F238E27FC236}">
                  <a16:creationId xmlns:a16="http://schemas.microsoft.com/office/drawing/2014/main" id="{2CF28AAC-150F-4C44-AB68-8A18F323EDA6}"/>
                </a:ext>
              </a:extLst>
            </p:cNvPr>
            <p:cNvSpPr/>
            <p:nvPr/>
          </p:nvSpPr>
          <p:spPr>
            <a:xfrm>
              <a:off x="445406" y="800588"/>
              <a:ext cx="69503" cy="31175"/>
            </a:xfrm>
            <a:prstGeom prst="parallelogram">
              <a:avLst>
                <a:gd name="adj" fmla="val 74000"/>
              </a:avLst>
            </a:prstGeom>
            <a:solidFill>
              <a:srgbClr val="00B0F0">
                <a:alpha val="20000"/>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6" name="平行四边形 15">
              <a:extLst>
                <a:ext uri="{FF2B5EF4-FFF2-40B4-BE49-F238E27FC236}">
                  <a16:creationId xmlns:a16="http://schemas.microsoft.com/office/drawing/2014/main" id="{FB90FD3E-4D21-4144-86B7-2799A3ECFE60}"/>
                </a:ext>
              </a:extLst>
            </p:cNvPr>
            <p:cNvSpPr/>
            <p:nvPr/>
          </p:nvSpPr>
          <p:spPr>
            <a:xfrm>
              <a:off x="376350" y="800588"/>
              <a:ext cx="69503" cy="31175"/>
            </a:xfrm>
            <a:prstGeom prst="parallelogram">
              <a:avLst>
                <a:gd name="adj" fmla="val 74000"/>
              </a:avLst>
            </a:prstGeom>
            <a:solidFill>
              <a:srgbClr val="00B0F0">
                <a:alpha val="10000"/>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grpSp>
      <p:sp>
        <p:nvSpPr>
          <p:cNvPr id="37" name="TextBox 4">
            <a:extLst>
              <a:ext uri="{FF2B5EF4-FFF2-40B4-BE49-F238E27FC236}">
                <a16:creationId xmlns:a16="http://schemas.microsoft.com/office/drawing/2014/main" id="{27C54AFC-CB78-47AE-8394-02B8D8B02F35}"/>
              </a:ext>
            </a:extLst>
          </p:cNvPr>
          <p:cNvSpPr txBox="1"/>
          <p:nvPr/>
        </p:nvSpPr>
        <p:spPr>
          <a:xfrm>
            <a:off x="190500" y="114300"/>
            <a:ext cx="5105400" cy="584775"/>
          </a:xfrm>
          <a:prstGeom prst="rect">
            <a:avLst/>
          </a:prstGeom>
          <a:noFill/>
          <a:ln>
            <a:noFill/>
          </a:ln>
        </p:spPr>
        <p:txBody>
          <a:bodyPr wrap="square" rtlCol="0">
            <a:spAutoFit/>
          </a:bodyPr>
          <a:lstStyle/>
          <a:p>
            <a:pPr>
              <a:defRPr/>
            </a:pPr>
            <a:r>
              <a:rPr lang="zh-CN" altLang="en-US" sz="3200" b="1" dirty="0">
                <a:latin typeface="Microsoft YaHei" panose="020B0503020204020204" pitchFamily="34" charset="-122"/>
                <a:ea typeface="Microsoft YaHei" panose="020B0503020204020204" pitchFamily="34" charset="-122"/>
                <a:sym typeface="+mn-ea"/>
              </a:rPr>
              <a:t>现象导入与工程背景</a:t>
            </a:r>
          </a:p>
        </p:txBody>
      </p:sp>
      <p:sp>
        <p:nvSpPr>
          <p:cNvPr id="23" name="矩形 22">
            <a:extLst>
              <a:ext uri="{FF2B5EF4-FFF2-40B4-BE49-F238E27FC236}">
                <a16:creationId xmlns:a16="http://schemas.microsoft.com/office/drawing/2014/main" id="{59FACE2E-1124-447C-9D15-EB4D5D3C6079}"/>
              </a:ext>
            </a:extLst>
          </p:cNvPr>
          <p:cNvSpPr/>
          <p:nvPr/>
        </p:nvSpPr>
        <p:spPr>
          <a:xfrm>
            <a:off x="11715750" y="6429539"/>
            <a:ext cx="476250" cy="428461"/>
          </a:xfrm>
          <a:prstGeom prst="rect">
            <a:avLst/>
          </a:prstGeom>
          <a:solidFill>
            <a:srgbClr val="0044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latin typeface="微软雅黑" panose="020B0503020204020204" pitchFamily="34" charset="-122"/>
                <a:ea typeface="微软雅黑" panose="020B0503020204020204" pitchFamily="34" charset="-122"/>
                <a:cs typeface="Times New Roman" panose="02020603050405020304" pitchFamily="18" charset="0"/>
              </a:rPr>
              <a:t>3</a:t>
            </a:r>
            <a:endParaRPr kumimoji="1" lang="zh-CN" altLang="en-US"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3" name="文本框 42">
            <a:extLst>
              <a:ext uri="{FF2B5EF4-FFF2-40B4-BE49-F238E27FC236}">
                <a16:creationId xmlns:a16="http://schemas.microsoft.com/office/drawing/2014/main" id="{076FBD06-FA84-202C-97AA-42DFB7B531F9}"/>
              </a:ext>
            </a:extLst>
          </p:cNvPr>
          <p:cNvSpPr txBox="1"/>
          <p:nvPr/>
        </p:nvSpPr>
        <p:spPr>
          <a:xfrm>
            <a:off x="1916801" y="2972220"/>
            <a:ext cx="4866362" cy="430887"/>
          </a:xfrm>
          <a:prstGeom prst="rect">
            <a:avLst/>
          </a:prstGeom>
          <a:noFill/>
        </p:spPr>
        <p:txBody>
          <a:bodyPr wrap="square">
            <a:spAutoFit/>
          </a:bodyPr>
          <a:lstStyle/>
          <a:p>
            <a:pPr eaLnBrk="0" fontAlgn="base" hangingPunct="0">
              <a:spcBef>
                <a:spcPct val="0"/>
              </a:spcBef>
              <a:spcAft>
                <a:spcPct val="0"/>
              </a:spcAft>
            </a:pPr>
            <a:r>
              <a:rPr lang="zh-CN" altLang="en-US" sz="2200" dirty="0">
                <a:solidFill>
                  <a:srgbClr val="333333"/>
                </a:solidFill>
                <a:latin typeface="-apple-system"/>
                <a:ea typeface="黑体" panose="02010609060101010101" pitchFamily="49" charset="-122"/>
              </a:rPr>
              <a:t>飞流直下三千尺，疑是银河落九天</a:t>
            </a:r>
            <a:endParaRPr lang="zh-CN" altLang="en-US" sz="2200" b="1" dirty="0">
              <a:solidFill>
                <a:srgbClr val="000000"/>
              </a:solidFill>
              <a:latin typeface="黑体" panose="02010609060101010101" pitchFamily="49" charset="-122"/>
              <a:ea typeface="黑体" panose="02010609060101010101" pitchFamily="49" charset="-122"/>
            </a:endParaRPr>
          </a:p>
        </p:txBody>
      </p:sp>
      <p:sp>
        <p:nvSpPr>
          <p:cNvPr id="44" name="文本框 43">
            <a:extLst>
              <a:ext uri="{FF2B5EF4-FFF2-40B4-BE49-F238E27FC236}">
                <a16:creationId xmlns:a16="http://schemas.microsoft.com/office/drawing/2014/main" id="{E527105F-31D3-4B9F-93BD-6B684F06F010}"/>
              </a:ext>
            </a:extLst>
          </p:cNvPr>
          <p:cNvSpPr txBox="1"/>
          <p:nvPr/>
        </p:nvSpPr>
        <p:spPr>
          <a:xfrm>
            <a:off x="1925096" y="4438596"/>
            <a:ext cx="4866362" cy="430887"/>
          </a:xfrm>
          <a:prstGeom prst="rect">
            <a:avLst/>
          </a:prstGeom>
          <a:noFill/>
        </p:spPr>
        <p:txBody>
          <a:bodyPr wrap="square">
            <a:spAutoFit/>
          </a:bodyPr>
          <a:lstStyle/>
          <a:p>
            <a:pPr eaLnBrk="0" fontAlgn="base" hangingPunct="0">
              <a:spcBef>
                <a:spcPct val="0"/>
              </a:spcBef>
              <a:spcAft>
                <a:spcPct val="0"/>
              </a:spcAft>
            </a:pPr>
            <a:r>
              <a:rPr lang="zh-CN" altLang="en-US" sz="2200" dirty="0">
                <a:solidFill>
                  <a:srgbClr val="333333"/>
                </a:solidFill>
                <a:latin typeface="-apple-system"/>
                <a:ea typeface="黑体" panose="02010609060101010101" pitchFamily="49" charset="-122"/>
              </a:rPr>
              <a:t>江间波浪兼天涌，塞上风云接地阴</a:t>
            </a:r>
            <a:endParaRPr lang="zh-CN" altLang="en-US" sz="2200" b="1" dirty="0">
              <a:solidFill>
                <a:srgbClr val="000000"/>
              </a:solidFill>
              <a:latin typeface="黑体" panose="02010609060101010101" pitchFamily="49" charset="-122"/>
              <a:ea typeface="黑体" panose="02010609060101010101" pitchFamily="49" charset="-122"/>
            </a:endParaRPr>
          </a:p>
        </p:txBody>
      </p:sp>
      <p:sp>
        <p:nvSpPr>
          <p:cNvPr id="45" name="文本框 44">
            <a:extLst>
              <a:ext uri="{FF2B5EF4-FFF2-40B4-BE49-F238E27FC236}">
                <a16:creationId xmlns:a16="http://schemas.microsoft.com/office/drawing/2014/main" id="{FE43B0D2-64A6-A94C-8881-251DEE8D7392}"/>
              </a:ext>
            </a:extLst>
          </p:cNvPr>
          <p:cNvSpPr txBox="1"/>
          <p:nvPr/>
        </p:nvSpPr>
        <p:spPr>
          <a:xfrm>
            <a:off x="1929468" y="5815515"/>
            <a:ext cx="4641968" cy="430887"/>
          </a:xfrm>
          <a:prstGeom prst="rect">
            <a:avLst/>
          </a:prstGeom>
          <a:noFill/>
        </p:spPr>
        <p:txBody>
          <a:bodyPr wrap="square">
            <a:spAutoFit/>
          </a:bodyPr>
          <a:lstStyle/>
          <a:p>
            <a:pPr eaLnBrk="0" fontAlgn="base" hangingPunct="0">
              <a:spcBef>
                <a:spcPct val="0"/>
              </a:spcBef>
              <a:spcAft>
                <a:spcPct val="0"/>
              </a:spcAft>
            </a:pPr>
            <a:r>
              <a:rPr lang="zh-CN" altLang="en-US" sz="2200" dirty="0">
                <a:solidFill>
                  <a:srgbClr val="333333"/>
                </a:solidFill>
                <a:latin typeface="-apple-system"/>
                <a:ea typeface="黑体" panose="02010609060101010101" pitchFamily="49" charset="-122"/>
              </a:rPr>
              <a:t>乱石穿空，惊涛拍岸，卷起千堆雪</a:t>
            </a:r>
          </a:p>
        </p:txBody>
      </p:sp>
      <p:sp>
        <p:nvSpPr>
          <p:cNvPr id="49" name="文本框 48">
            <a:extLst>
              <a:ext uri="{FF2B5EF4-FFF2-40B4-BE49-F238E27FC236}">
                <a16:creationId xmlns:a16="http://schemas.microsoft.com/office/drawing/2014/main" id="{A56C3223-DCD0-BABF-B507-19D2A2FAD00B}"/>
              </a:ext>
            </a:extLst>
          </p:cNvPr>
          <p:cNvSpPr txBox="1"/>
          <p:nvPr/>
        </p:nvSpPr>
        <p:spPr>
          <a:xfrm>
            <a:off x="1942386" y="2513751"/>
            <a:ext cx="4866362" cy="369332"/>
          </a:xfrm>
          <a:prstGeom prst="rect">
            <a:avLst/>
          </a:prstGeom>
          <a:noFill/>
        </p:spPr>
        <p:txBody>
          <a:bodyPr wrap="square">
            <a:spAutoFit/>
          </a:bodyPr>
          <a:lstStyle/>
          <a:p>
            <a:pPr eaLnBrk="0" fontAlgn="base" hangingPunct="0">
              <a:spcBef>
                <a:spcPct val="0"/>
              </a:spcBef>
              <a:spcAft>
                <a:spcPct val="0"/>
              </a:spcAft>
            </a:pPr>
            <a:r>
              <a:rPr lang="zh-CN" altLang="en-US" dirty="0">
                <a:solidFill>
                  <a:srgbClr val="000000"/>
                </a:solidFill>
                <a:latin typeface="黑体"/>
                <a:ea typeface="黑体"/>
              </a:rPr>
              <a:t>唐</a:t>
            </a:r>
            <a:r>
              <a:rPr lang="en-US" altLang="zh-CN" b="1" dirty="0">
                <a:solidFill>
                  <a:srgbClr val="000000"/>
                </a:solidFill>
                <a:latin typeface="黑体"/>
                <a:ea typeface="黑体"/>
              </a:rPr>
              <a:t>.</a:t>
            </a:r>
            <a:r>
              <a:rPr lang="zh-CN" altLang="en-US" dirty="0">
                <a:solidFill>
                  <a:srgbClr val="000000"/>
                </a:solidFill>
                <a:latin typeface="黑体"/>
                <a:ea typeface="黑体"/>
              </a:rPr>
              <a:t>李白</a:t>
            </a:r>
            <a:r>
              <a:rPr lang="en-US" altLang="zh-CN" dirty="0">
                <a:solidFill>
                  <a:srgbClr val="000000"/>
                </a:solidFill>
                <a:latin typeface="黑体"/>
                <a:ea typeface="黑体"/>
              </a:rPr>
              <a:t>《</a:t>
            </a:r>
            <a:r>
              <a:rPr lang="zh-CN" altLang="en-US" dirty="0">
                <a:solidFill>
                  <a:srgbClr val="000000"/>
                </a:solidFill>
                <a:latin typeface="黑体"/>
                <a:ea typeface="黑体"/>
              </a:rPr>
              <a:t>望庐山瀑布</a:t>
            </a:r>
            <a:r>
              <a:rPr lang="en-US" altLang="zh-CN" dirty="0">
                <a:solidFill>
                  <a:srgbClr val="000000"/>
                </a:solidFill>
                <a:latin typeface="黑体"/>
                <a:ea typeface="黑体"/>
              </a:rPr>
              <a:t>》</a:t>
            </a:r>
            <a:endParaRPr lang="zh-CN" altLang="en-US" b="1" dirty="0">
              <a:solidFill>
                <a:srgbClr val="000000"/>
              </a:solidFill>
              <a:latin typeface="黑体"/>
              <a:ea typeface="黑体"/>
            </a:endParaRPr>
          </a:p>
        </p:txBody>
      </p:sp>
      <p:cxnSp>
        <p:nvCxnSpPr>
          <p:cNvPr id="50" name="直接连接符 49">
            <a:extLst>
              <a:ext uri="{FF2B5EF4-FFF2-40B4-BE49-F238E27FC236}">
                <a16:creationId xmlns:a16="http://schemas.microsoft.com/office/drawing/2014/main" id="{8AB38787-E76E-5FF9-D994-B7A46C620A8E}"/>
              </a:ext>
            </a:extLst>
          </p:cNvPr>
          <p:cNvCxnSpPr/>
          <p:nvPr/>
        </p:nvCxnSpPr>
        <p:spPr bwMode="auto">
          <a:xfrm>
            <a:off x="1116701" y="3582096"/>
            <a:ext cx="5184575" cy="0"/>
          </a:xfrm>
          <a:prstGeom prst="line">
            <a:avLst/>
          </a:prstGeom>
          <a:solidFill>
            <a:srgbClr val="BBE0E3"/>
          </a:solidFill>
          <a:ln w="19050" cap="flat" cmpd="sng" algn="ctr">
            <a:solidFill>
              <a:srgbClr val="C0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 name="文本框 50">
            <a:extLst>
              <a:ext uri="{FF2B5EF4-FFF2-40B4-BE49-F238E27FC236}">
                <a16:creationId xmlns:a16="http://schemas.microsoft.com/office/drawing/2014/main" id="{7F96642D-6740-E150-A975-B93C2EC944FA}"/>
              </a:ext>
            </a:extLst>
          </p:cNvPr>
          <p:cNvSpPr txBox="1"/>
          <p:nvPr/>
        </p:nvSpPr>
        <p:spPr>
          <a:xfrm>
            <a:off x="1903425" y="4010292"/>
            <a:ext cx="4866362" cy="369332"/>
          </a:xfrm>
          <a:prstGeom prst="rect">
            <a:avLst/>
          </a:prstGeom>
          <a:noFill/>
        </p:spPr>
        <p:txBody>
          <a:bodyPr wrap="square">
            <a:spAutoFit/>
          </a:bodyPr>
          <a:lstStyle/>
          <a:p>
            <a:pPr eaLnBrk="0" fontAlgn="base" hangingPunct="0">
              <a:spcBef>
                <a:spcPct val="0"/>
              </a:spcBef>
              <a:spcAft>
                <a:spcPct val="0"/>
              </a:spcAft>
            </a:pPr>
            <a:r>
              <a:rPr lang="zh-CN" altLang="en-US" dirty="0">
                <a:solidFill>
                  <a:srgbClr val="000000"/>
                </a:solidFill>
                <a:latin typeface="黑体"/>
                <a:ea typeface="黑体"/>
              </a:rPr>
              <a:t>唐</a:t>
            </a:r>
            <a:r>
              <a:rPr lang="en-US" altLang="zh-CN" dirty="0">
                <a:solidFill>
                  <a:srgbClr val="000000"/>
                </a:solidFill>
                <a:latin typeface="黑体"/>
                <a:ea typeface="黑体"/>
              </a:rPr>
              <a:t>.</a:t>
            </a:r>
            <a:r>
              <a:rPr lang="zh-CN" altLang="en-US" dirty="0">
                <a:solidFill>
                  <a:srgbClr val="000000"/>
                </a:solidFill>
                <a:latin typeface="黑体"/>
                <a:ea typeface="黑体"/>
              </a:rPr>
              <a:t>杜甫</a:t>
            </a:r>
            <a:r>
              <a:rPr lang="en-US" altLang="zh-CN" dirty="0">
                <a:solidFill>
                  <a:srgbClr val="000000"/>
                </a:solidFill>
                <a:latin typeface="黑体"/>
                <a:ea typeface="黑体"/>
              </a:rPr>
              <a:t>《</a:t>
            </a:r>
            <a:r>
              <a:rPr lang="zh-CN" altLang="en-US" dirty="0">
                <a:solidFill>
                  <a:srgbClr val="000000"/>
                </a:solidFill>
                <a:latin typeface="黑体"/>
                <a:ea typeface="黑体"/>
              </a:rPr>
              <a:t>秋兴八首</a:t>
            </a:r>
            <a:r>
              <a:rPr lang="en-US" altLang="zh-CN" dirty="0">
                <a:solidFill>
                  <a:srgbClr val="000000"/>
                </a:solidFill>
                <a:latin typeface="黑体"/>
                <a:ea typeface="黑体"/>
              </a:rPr>
              <a:t>.</a:t>
            </a:r>
            <a:r>
              <a:rPr lang="zh-CN" altLang="en-US" dirty="0">
                <a:solidFill>
                  <a:srgbClr val="000000"/>
                </a:solidFill>
                <a:latin typeface="黑体"/>
                <a:ea typeface="黑体"/>
              </a:rPr>
              <a:t>其一</a:t>
            </a:r>
            <a:r>
              <a:rPr lang="en-US" altLang="zh-CN" dirty="0">
                <a:solidFill>
                  <a:srgbClr val="000000"/>
                </a:solidFill>
                <a:latin typeface="黑体"/>
                <a:ea typeface="黑体"/>
              </a:rPr>
              <a:t>》</a:t>
            </a:r>
            <a:endParaRPr lang="zh-CN" altLang="en-US" dirty="0">
              <a:solidFill>
                <a:srgbClr val="000000"/>
              </a:solidFill>
              <a:latin typeface="黑体"/>
              <a:ea typeface="黑体"/>
            </a:endParaRPr>
          </a:p>
        </p:txBody>
      </p:sp>
      <p:cxnSp>
        <p:nvCxnSpPr>
          <p:cNvPr id="52" name="直接连接符 51">
            <a:extLst>
              <a:ext uri="{FF2B5EF4-FFF2-40B4-BE49-F238E27FC236}">
                <a16:creationId xmlns:a16="http://schemas.microsoft.com/office/drawing/2014/main" id="{68320EEB-8795-D98B-2BBB-DD2DB48DAD72}"/>
              </a:ext>
            </a:extLst>
          </p:cNvPr>
          <p:cNvCxnSpPr/>
          <p:nvPr/>
        </p:nvCxnSpPr>
        <p:spPr bwMode="auto">
          <a:xfrm>
            <a:off x="1099411" y="5014080"/>
            <a:ext cx="5184575" cy="0"/>
          </a:xfrm>
          <a:prstGeom prst="line">
            <a:avLst/>
          </a:prstGeom>
          <a:solidFill>
            <a:srgbClr val="BBE0E3"/>
          </a:solidFill>
          <a:ln w="19050" cap="flat" cmpd="sng" algn="ctr">
            <a:solidFill>
              <a:srgbClr val="C0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直接连接符 52">
            <a:extLst>
              <a:ext uri="{FF2B5EF4-FFF2-40B4-BE49-F238E27FC236}">
                <a16:creationId xmlns:a16="http://schemas.microsoft.com/office/drawing/2014/main" id="{90FF0BD3-F614-5C67-748D-4FC458BEF2BC}"/>
              </a:ext>
            </a:extLst>
          </p:cNvPr>
          <p:cNvCxnSpPr/>
          <p:nvPr/>
        </p:nvCxnSpPr>
        <p:spPr bwMode="auto">
          <a:xfrm>
            <a:off x="1099410" y="6310224"/>
            <a:ext cx="5184576" cy="0"/>
          </a:xfrm>
          <a:prstGeom prst="line">
            <a:avLst/>
          </a:prstGeom>
          <a:solidFill>
            <a:srgbClr val="BBE0E3"/>
          </a:solidFill>
          <a:ln w="19050" cap="flat" cmpd="sng" algn="ctr">
            <a:solidFill>
              <a:srgbClr val="C0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4" name="文本框 53">
            <a:extLst>
              <a:ext uri="{FF2B5EF4-FFF2-40B4-BE49-F238E27FC236}">
                <a16:creationId xmlns:a16="http://schemas.microsoft.com/office/drawing/2014/main" id="{BEAB7F0C-AD36-1A4B-60C4-2EC04DF5286F}"/>
              </a:ext>
            </a:extLst>
          </p:cNvPr>
          <p:cNvSpPr txBox="1"/>
          <p:nvPr/>
        </p:nvSpPr>
        <p:spPr>
          <a:xfrm>
            <a:off x="1925096" y="5328242"/>
            <a:ext cx="4866362" cy="369332"/>
          </a:xfrm>
          <a:prstGeom prst="rect">
            <a:avLst/>
          </a:prstGeom>
          <a:noFill/>
        </p:spPr>
        <p:txBody>
          <a:bodyPr wrap="square">
            <a:spAutoFit/>
          </a:bodyPr>
          <a:lstStyle/>
          <a:p>
            <a:pPr eaLnBrk="0" fontAlgn="base" hangingPunct="0">
              <a:spcBef>
                <a:spcPct val="0"/>
              </a:spcBef>
              <a:spcAft>
                <a:spcPct val="0"/>
              </a:spcAft>
            </a:pPr>
            <a:r>
              <a:rPr lang="zh-CN" altLang="en-US" dirty="0">
                <a:solidFill>
                  <a:srgbClr val="000000"/>
                </a:solidFill>
                <a:latin typeface="黑体"/>
                <a:ea typeface="黑体"/>
              </a:rPr>
              <a:t>宋</a:t>
            </a:r>
            <a:r>
              <a:rPr lang="en-US" altLang="zh-CN" dirty="0">
                <a:solidFill>
                  <a:srgbClr val="000000"/>
                </a:solidFill>
                <a:latin typeface="黑体"/>
                <a:ea typeface="黑体"/>
              </a:rPr>
              <a:t>.</a:t>
            </a:r>
            <a:r>
              <a:rPr lang="zh-CN" altLang="en-US" dirty="0">
                <a:solidFill>
                  <a:srgbClr val="000000"/>
                </a:solidFill>
                <a:latin typeface="黑体"/>
                <a:ea typeface="黑体"/>
              </a:rPr>
              <a:t>苏轼</a:t>
            </a:r>
            <a:r>
              <a:rPr lang="en-US" altLang="zh-CN" dirty="0">
                <a:solidFill>
                  <a:srgbClr val="000000"/>
                </a:solidFill>
                <a:latin typeface="黑体"/>
                <a:ea typeface="黑体"/>
              </a:rPr>
              <a:t>《</a:t>
            </a:r>
            <a:r>
              <a:rPr lang="zh-CN" altLang="en-US" dirty="0">
                <a:solidFill>
                  <a:srgbClr val="000000"/>
                </a:solidFill>
                <a:latin typeface="黑体"/>
                <a:ea typeface="黑体"/>
              </a:rPr>
              <a:t>念奴娇</a:t>
            </a:r>
            <a:r>
              <a:rPr lang="en-US" altLang="zh-CN" dirty="0">
                <a:solidFill>
                  <a:srgbClr val="000000"/>
                </a:solidFill>
                <a:latin typeface="黑体"/>
                <a:ea typeface="黑体"/>
              </a:rPr>
              <a:t>.</a:t>
            </a:r>
            <a:r>
              <a:rPr lang="zh-CN" altLang="en-US" dirty="0">
                <a:solidFill>
                  <a:srgbClr val="000000"/>
                </a:solidFill>
                <a:latin typeface="黑体"/>
                <a:ea typeface="黑体"/>
              </a:rPr>
              <a:t>赤壁怀古</a:t>
            </a:r>
            <a:r>
              <a:rPr lang="en-US" altLang="zh-CN" dirty="0">
                <a:solidFill>
                  <a:srgbClr val="000000"/>
                </a:solidFill>
                <a:latin typeface="黑体"/>
                <a:ea typeface="黑体"/>
              </a:rPr>
              <a:t>》</a:t>
            </a:r>
            <a:endParaRPr lang="zh-CN" altLang="en-US" dirty="0">
              <a:solidFill>
                <a:srgbClr val="000000"/>
              </a:solidFill>
              <a:latin typeface="黑体"/>
              <a:ea typeface="黑体"/>
            </a:endParaRPr>
          </a:p>
        </p:txBody>
      </p:sp>
      <p:sp>
        <p:nvSpPr>
          <p:cNvPr id="55" name="文本框 54">
            <a:extLst>
              <a:ext uri="{FF2B5EF4-FFF2-40B4-BE49-F238E27FC236}">
                <a16:creationId xmlns:a16="http://schemas.microsoft.com/office/drawing/2014/main" id="{AD0CDC08-178D-D28C-3451-0FA4CB5D3676}"/>
              </a:ext>
            </a:extLst>
          </p:cNvPr>
          <p:cNvSpPr txBox="1"/>
          <p:nvPr/>
        </p:nvSpPr>
        <p:spPr>
          <a:xfrm>
            <a:off x="1919929" y="1450109"/>
            <a:ext cx="4866362" cy="430887"/>
          </a:xfrm>
          <a:prstGeom prst="rect">
            <a:avLst/>
          </a:prstGeom>
          <a:noFill/>
        </p:spPr>
        <p:txBody>
          <a:bodyPr wrap="square">
            <a:spAutoFit/>
          </a:bodyPr>
          <a:lstStyle/>
          <a:p>
            <a:pPr eaLnBrk="0" fontAlgn="base" hangingPunct="0">
              <a:spcBef>
                <a:spcPct val="0"/>
              </a:spcBef>
              <a:spcAft>
                <a:spcPct val="0"/>
              </a:spcAft>
            </a:pPr>
            <a:r>
              <a:rPr lang="zh-CN" altLang="en-US" sz="2200" dirty="0">
                <a:solidFill>
                  <a:srgbClr val="333333"/>
                </a:solidFill>
                <a:latin typeface="-apple-system"/>
                <a:ea typeface="黑体" panose="02010609060101010101" pitchFamily="49" charset="-122"/>
              </a:rPr>
              <a:t>白毛浮绿水，红掌拨清波</a:t>
            </a:r>
          </a:p>
        </p:txBody>
      </p:sp>
      <p:sp>
        <p:nvSpPr>
          <p:cNvPr id="57" name="文本框 56">
            <a:extLst>
              <a:ext uri="{FF2B5EF4-FFF2-40B4-BE49-F238E27FC236}">
                <a16:creationId xmlns:a16="http://schemas.microsoft.com/office/drawing/2014/main" id="{C7CC982A-AB25-A2B3-4907-0776AB0D1E5B}"/>
              </a:ext>
            </a:extLst>
          </p:cNvPr>
          <p:cNvSpPr txBox="1"/>
          <p:nvPr/>
        </p:nvSpPr>
        <p:spPr>
          <a:xfrm>
            <a:off x="1945514" y="991640"/>
            <a:ext cx="4866362" cy="369332"/>
          </a:xfrm>
          <a:prstGeom prst="rect">
            <a:avLst/>
          </a:prstGeom>
          <a:noFill/>
        </p:spPr>
        <p:txBody>
          <a:bodyPr wrap="square">
            <a:spAutoFit/>
          </a:bodyPr>
          <a:lstStyle/>
          <a:p>
            <a:pPr eaLnBrk="0" fontAlgn="base" hangingPunct="0">
              <a:spcBef>
                <a:spcPct val="0"/>
              </a:spcBef>
              <a:spcAft>
                <a:spcPct val="0"/>
              </a:spcAft>
            </a:pPr>
            <a:r>
              <a:rPr lang="zh-CN" altLang="en-US" dirty="0">
                <a:solidFill>
                  <a:srgbClr val="000000"/>
                </a:solidFill>
                <a:latin typeface="黑体"/>
                <a:ea typeface="黑体"/>
              </a:rPr>
              <a:t>唐</a:t>
            </a:r>
            <a:r>
              <a:rPr lang="en-US" altLang="zh-CN" dirty="0">
                <a:solidFill>
                  <a:srgbClr val="000000"/>
                </a:solidFill>
                <a:latin typeface="黑体"/>
                <a:ea typeface="黑体"/>
              </a:rPr>
              <a:t>.</a:t>
            </a:r>
            <a:r>
              <a:rPr lang="zh-CN" altLang="en-US" dirty="0">
                <a:solidFill>
                  <a:srgbClr val="000000"/>
                </a:solidFill>
                <a:latin typeface="黑体"/>
                <a:ea typeface="黑体"/>
              </a:rPr>
              <a:t>骆宾王</a:t>
            </a:r>
            <a:r>
              <a:rPr lang="en-US" altLang="zh-CN" dirty="0">
                <a:solidFill>
                  <a:srgbClr val="000000"/>
                </a:solidFill>
                <a:latin typeface="黑体"/>
                <a:ea typeface="黑体"/>
              </a:rPr>
              <a:t>《</a:t>
            </a:r>
            <a:r>
              <a:rPr lang="zh-CN" altLang="en-US" dirty="0">
                <a:solidFill>
                  <a:srgbClr val="000000"/>
                </a:solidFill>
                <a:latin typeface="黑体"/>
                <a:ea typeface="黑体"/>
              </a:rPr>
              <a:t>咏鹅</a:t>
            </a:r>
            <a:r>
              <a:rPr lang="en-US" altLang="zh-CN" dirty="0">
                <a:solidFill>
                  <a:srgbClr val="000000"/>
                </a:solidFill>
                <a:latin typeface="黑体"/>
                <a:ea typeface="黑体"/>
              </a:rPr>
              <a:t>》</a:t>
            </a:r>
            <a:endParaRPr lang="zh-CN" altLang="en-US" dirty="0">
              <a:solidFill>
                <a:srgbClr val="000000"/>
              </a:solidFill>
              <a:latin typeface="黑体"/>
              <a:ea typeface="黑体"/>
            </a:endParaRPr>
          </a:p>
        </p:txBody>
      </p:sp>
      <p:cxnSp>
        <p:nvCxnSpPr>
          <p:cNvPr id="58" name="直接连接符 57">
            <a:extLst>
              <a:ext uri="{FF2B5EF4-FFF2-40B4-BE49-F238E27FC236}">
                <a16:creationId xmlns:a16="http://schemas.microsoft.com/office/drawing/2014/main" id="{98772794-ECDC-223E-8173-B74555FE27D9}"/>
              </a:ext>
            </a:extLst>
          </p:cNvPr>
          <p:cNvCxnSpPr/>
          <p:nvPr/>
        </p:nvCxnSpPr>
        <p:spPr bwMode="auto">
          <a:xfrm>
            <a:off x="1119829" y="2059985"/>
            <a:ext cx="5184575" cy="0"/>
          </a:xfrm>
          <a:prstGeom prst="line">
            <a:avLst/>
          </a:prstGeom>
          <a:solidFill>
            <a:srgbClr val="BBE0E3"/>
          </a:solidFill>
          <a:ln w="19050" cap="flat" cmpd="sng" algn="ctr">
            <a:solidFill>
              <a:srgbClr val="C0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59" name="图片 58">
            <a:extLst>
              <a:ext uri="{FF2B5EF4-FFF2-40B4-BE49-F238E27FC236}">
                <a16:creationId xmlns:a16="http://schemas.microsoft.com/office/drawing/2014/main" id="{8B133DE2-0C3A-9371-55F8-3D4DC4CA00F9}"/>
              </a:ext>
            </a:extLst>
          </p:cNvPr>
          <p:cNvPicPr>
            <a:picLocks noChangeAspect="1"/>
          </p:cNvPicPr>
          <p:nvPr/>
        </p:nvPicPr>
        <p:blipFill rotWithShape="1">
          <a:blip r:embed="rId5"/>
          <a:srcRect r="2155"/>
          <a:stretch/>
        </p:blipFill>
        <p:spPr>
          <a:xfrm>
            <a:off x="6999872" y="3481757"/>
            <a:ext cx="4322697" cy="3024858"/>
          </a:xfrm>
          <a:prstGeom prst="rect">
            <a:avLst/>
          </a:prstGeom>
          <a:effectLst>
            <a:outerShdw blurRad="50800" dist="38100" dir="2700000" algn="tl" rotWithShape="0">
              <a:prstClr val="black">
                <a:alpha val="40000"/>
              </a:prstClr>
            </a:outerShdw>
          </a:effectLst>
        </p:spPr>
      </p:pic>
      <p:sp>
        <p:nvSpPr>
          <p:cNvPr id="60" name="AutoShape 4">
            <a:extLst>
              <a:ext uri="{FF2B5EF4-FFF2-40B4-BE49-F238E27FC236}">
                <a16:creationId xmlns:a16="http://schemas.microsoft.com/office/drawing/2014/main" id="{0AC4EE64-26D7-77D0-D8A7-66B48DD29B5B}"/>
              </a:ext>
            </a:extLst>
          </p:cNvPr>
          <p:cNvSpPr>
            <a:spLocks noChangeAspect="1" noChangeArrowheads="1"/>
          </p:cNvSpPr>
          <p:nvPr/>
        </p:nvSpPr>
        <p:spPr bwMode="auto">
          <a:xfrm>
            <a:off x="5411505" y="320549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eaLnBrk="0" fontAlgn="base" hangingPunct="0">
              <a:spcBef>
                <a:spcPct val="0"/>
              </a:spcBef>
              <a:spcAft>
                <a:spcPct val="0"/>
              </a:spcAft>
            </a:pPr>
            <a:endParaRPr lang="zh-CN" altLang="en-US" b="1">
              <a:solidFill>
                <a:srgbClr val="000000"/>
              </a:solidFill>
              <a:latin typeface="黑体" panose="02010609060101010101" pitchFamily="49" charset="-122"/>
              <a:ea typeface="黑体" panose="02010609060101010101" pitchFamily="49" charset="-122"/>
            </a:endParaRPr>
          </a:p>
        </p:txBody>
      </p:sp>
      <p:pic>
        <p:nvPicPr>
          <p:cNvPr id="61" name="图片 60">
            <a:extLst>
              <a:ext uri="{FF2B5EF4-FFF2-40B4-BE49-F238E27FC236}">
                <a16:creationId xmlns:a16="http://schemas.microsoft.com/office/drawing/2014/main" id="{14C85961-CDC8-E269-EC82-BEC9C99E725D}"/>
              </a:ext>
            </a:extLst>
          </p:cNvPr>
          <p:cNvPicPr>
            <a:picLocks noChangeAspect="1"/>
          </p:cNvPicPr>
          <p:nvPr/>
        </p:nvPicPr>
        <p:blipFill>
          <a:blip r:embed="rId6"/>
          <a:stretch>
            <a:fillRect/>
          </a:stretch>
        </p:blipFill>
        <p:spPr>
          <a:xfrm>
            <a:off x="6999872" y="863078"/>
            <a:ext cx="4322696" cy="2564104"/>
          </a:xfrm>
          <a:prstGeom prst="rect">
            <a:avLst/>
          </a:prstGeom>
          <a:effectLst>
            <a:outerShdw blurRad="50800" dist="38100" dir="2700000" algn="tl" rotWithShape="0">
              <a:prstClr val="black">
                <a:alpha val="40000"/>
              </a:prstClr>
            </a:outerShdw>
          </a:effectLst>
        </p:spPr>
      </p:pic>
      <p:pic>
        <p:nvPicPr>
          <p:cNvPr id="63" name="图形 62" descr="书籍 纯色填充">
            <a:extLst>
              <a:ext uri="{FF2B5EF4-FFF2-40B4-BE49-F238E27FC236}">
                <a16:creationId xmlns:a16="http://schemas.microsoft.com/office/drawing/2014/main" id="{E185BDCB-F4C5-200F-A47D-FDF00E72209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77985" y="981650"/>
            <a:ext cx="633590" cy="633590"/>
          </a:xfrm>
          <a:prstGeom prst="rect">
            <a:avLst/>
          </a:prstGeom>
        </p:spPr>
      </p:pic>
      <p:pic>
        <p:nvPicPr>
          <p:cNvPr id="64" name="图形 63" descr="书籍 纯色填充">
            <a:extLst>
              <a:ext uri="{FF2B5EF4-FFF2-40B4-BE49-F238E27FC236}">
                <a16:creationId xmlns:a16="http://schemas.microsoft.com/office/drawing/2014/main" id="{CED9344F-9C0F-F85C-DA50-781ABF47321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77985" y="2445027"/>
            <a:ext cx="633590" cy="633590"/>
          </a:xfrm>
          <a:prstGeom prst="rect">
            <a:avLst/>
          </a:prstGeom>
        </p:spPr>
      </p:pic>
      <p:pic>
        <p:nvPicPr>
          <p:cNvPr id="65" name="图形 64" descr="书籍 纯色填充">
            <a:extLst>
              <a:ext uri="{FF2B5EF4-FFF2-40B4-BE49-F238E27FC236}">
                <a16:creationId xmlns:a16="http://schemas.microsoft.com/office/drawing/2014/main" id="{20EEEBB6-F2D5-B9B3-1A6E-C872FB4AC76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77985" y="3779383"/>
            <a:ext cx="633590" cy="633590"/>
          </a:xfrm>
          <a:prstGeom prst="rect">
            <a:avLst/>
          </a:prstGeom>
        </p:spPr>
      </p:pic>
      <p:pic>
        <p:nvPicPr>
          <p:cNvPr id="66" name="图形 65" descr="书籍 纯色填充">
            <a:extLst>
              <a:ext uri="{FF2B5EF4-FFF2-40B4-BE49-F238E27FC236}">
                <a16:creationId xmlns:a16="http://schemas.microsoft.com/office/drawing/2014/main" id="{860ABDA5-B447-5EC5-DDD4-BF22F5CB8D6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77985" y="5242760"/>
            <a:ext cx="633590" cy="633590"/>
          </a:xfrm>
          <a:prstGeom prst="rect">
            <a:avLst/>
          </a:prstGeom>
        </p:spPr>
      </p:pic>
      <p:pic>
        <p:nvPicPr>
          <p:cNvPr id="67" name="图片 66">
            <a:extLst>
              <a:ext uri="{FF2B5EF4-FFF2-40B4-BE49-F238E27FC236}">
                <a16:creationId xmlns:a16="http://schemas.microsoft.com/office/drawing/2014/main" id="{254274A7-335A-15AB-6B6B-027CA7AFA8D2}"/>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564936" y="93145"/>
            <a:ext cx="3350597" cy="628003"/>
          </a:xfrm>
          <a:prstGeom prst="rect">
            <a:avLst/>
          </a:prstGeom>
        </p:spPr>
      </p:pic>
      <p:sp>
        <p:nvSpPr>
          <p:cNvPr id="4" name="爆炸形: 14 pt  3">
            <a:extLst>
              <a:ext uri="{FF2B5EF4-FFF2-40B4-BE49-F238E27FC236}">
                <a16:creationId xmlns:a16="http://schemas.microsoft.com/office/drawing/2014/main" id="{AA70F96D-FEEE-4253-A59A-1D2499E937C5}"/>
              </a:ext>
            </a:extLst>
          </p:cNvPr>
          <p:cNvSpPr/>
          <p:nvPr/>
        </p:nvSpPr>
        <p:spPr>
          <a:xfrm>
            <a:off x="6114236" y="2638773"/>
            <a:ext cx="914400" cy="914400"/>
          </a:xfrm>
          <a:prstGeom prst="irregularSeal2">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latin typeface="黑体" panose="02010609060101010101" pitchFamily="49" charset="-122"/>
                <a:ea typeface="黑体" panose="02010609060101010101" pitchFamily="49" charset="-122"/>
              </a:rPr>
              <a:t>急</a:t>
            </a:r>
          </a:p>
        </p:txBody>
      </p:sp>
      <p:sp>
        <p:nvSpPr>
          <p:cNvPr id="41" name="爆炸形: 14 pt  40">
            <a:extLst>
              <a:ext uri="{FF2B5EF4-FFF2-40B4-BE49-F238E27FC236}">
                <a16:creationId xmlns:a16="http://schemas.microsoft.com/office/drawing/2014/main" id="{3373548D-8672-4D09-84EB-942F46BC0178}"/>
              </a:ext>
            </a:extLst>
          </p:cNvPr>
          <p:cNvSpPr/>
          <p:nvPr/>
        </p:nvSpPr>
        <p:spPr>
          <a:xfrm>
            <a:off x="6029458" y="1217418"/>
            <a:ext cx="914400" cy="914400"/>
          </a:xfrm>
          <a:prstGeom prst="irregularSeal2">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latin typeface="黑体" panose="02010609060101010101" pitchFamily="49" charset="-122"/>
                <a:ea typeface="黑体" panose="02010609060101010101" pitchFamily="49" charset="-122"/>
              </a:rPr>
              <a:t>缓</a:t>
            </a:r>
          </a:p>
        </p:txBody>
      </p:sp>
      <p:sp>
        <p:nvSpPr>
          <p:cNvPr id="42" name="爆炸形: 14 pt  41">
            <a:extLst>
              <a:ext uri="{FF2B5EF4-FFF2-40B4-BE49-F238E27FC236}">
                <a16:creationId xmlns:a16="http://schemas.microsoft.com/office/drawing/2014/main" id="{F9483D4B-7614-45CD-AF1B-ADAFDD13BE90}"/>
              </a:ext>
            </a:extLst>
          </p:cNvPr>
          <p:cNvSpPr/>
          <p:nvPr/>
        </p:nvSpPr>
        <p:spPr>
          <a:xfrm>
            <a:off x="6156115" y="4055964"/>
            <a:ext cx="914400" cy="914400"/>
          </a:xfrm>
          <a:prstGeom prst="irregularSeal2">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latin typeface="黑体" panose="02010609060101010101" pitchFamily="49" charset="-122"/>
                <a:ea typeface="黑体" panose="02010609060101010101" pitchFamily="49" charset="-122"/>
              </a:rPr>
              <a:t>急</a:t>
            </a:r>
          </a:p>
        </p:txBody>
      </p:sp>
      <p:sp>
        <p:nvSpPr>
          <p:cNvPr id="46" name="爆炸形: 14 pt  45">
            <a:extLst>
              <a:ext uri="{FF2B5EF4-FFF2-40B4-BE49-F238E27FC236}">
                <a16:creationId xmlns:a16="http://schemas.microsoft.com/office/drawing/2014/main" id="{E798A155-E04D-4B01-8BDF-D775FED85B94}"/>
              </a:ext>
            </a:extLst>
          </p:cNvPr>
          <p:cNvSpPr/>
          <p:nvPr/>
        </p:nvSpPr>
        <p:spPr>
          <a:xfrm>
            <a:off x="6164894" y="5336833"/>
            <a:ext cx="914400" cy="914400"/>
          </a:xfrm>
          <a:prstGeom prst="irregularSeal2">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latin typeface="黑体" panose="02010609060101010101" pitchFamily="49" charset="-122"/>
                <a:ea typeface="黑体" panose="02010609060101010101" pitchFamily="49" charset="-122"/>
              </a:rPr>
              <a:t>急</a:t>
            </a:r>
          </a:p>
        </p:txBody>
      </p:sp>
    </p:spTree>
    <p:custDataLst>
      <p:tags r:id="rId1"/>
    </p:custDataLst>
    <p:extLst>
      <p:ext uri="{BB962C8B-B14F-4D97-AF65-F5344CB8AC3E}">
        <p14:creationId xmlns:p14="http://schemas.microsoft.com/office/powerpoint/2010/main" val="3720019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fade">
                                      <p:cBhvr>
                                        <p:cTn id="17" dur="500"/>
                                        <p:tgtEl>
                                          <p:spTgt spid="4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6"/>
                                        </p:tgtEl>
                                        <p:attrNameLst>
                                          <p:attrName>style.visibility</p:attrName>
                                        </p:attrNameLst>
                                      </p:cBhvr>
                                      <p:to>
                                        <p:strVal val="visible"/>
                                      </p:to>
                                    </p:set>
                                    <p:animEffect transition="in" filter="fade">
                                      <p:cBhvr>
                                        <p:cTn id="22"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1" grpId="0" animBg="1"/>
      <p:bldP spid="42" grpId="0" animBg="1"/>
      <p:bldP spid="4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图片 28">
            <a:extLst>
              <a:ext uri="{FF2B5EF4-FFF2-40B4-BE49-F238E27FC236}">
                <a16:creationId xmlns:a16="http://schemas.microsoft.com/office/drawing/2014/main" id="{96614D47-F6A7-4423-9D9F-8650D6C5B3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2" name="文本框 1"/>
          <p:cNvSpPr txBox="1"/>
          <p:nvPr/>
        </p:nvSpPr>
        <p:spPr>
          <a:xfrm>
            <a:off x="276467" y="144288"/>
            <a:ext cx="1669047" cy="646331"/>
          </a:xfrm>
          <a:prstGeom prst="rect">
            <a:avLst/>
          </a:prstGeom>
          <a:noFill/>
        </p:spPr>
        <p:txBody>
          <a:bodyPr wrap="none" rtlCol="0" anchor="t">
            <a:spAutoFit/>
          </a:bodyPr>
          <a:lstStyle/>
          <a:p>
            <a:r>
              <a:rPr lang="en-US" altLang="zh-CN" sz="3600" b="1" dirty="0">
                <a:solidFill>
                  <a:schemeClr val="bg1"/>
                </a:solidFill>
                <a:latin typeface="方正兰亭中粗黑_GBK" panose="02000000000000000000" charset="-122"/>
                <a:ea typeface="方正兰亭中粗黑_GBK" panose="02000000000000000000" charset="-122"/>
                <a:sym typeface="+mn-ea"/>
              </a:rPr>
              <a:t>1 </a:t>
            </a:r>
            <a:r>
              <a:rPr lang="zh-CN" altLang="en-US" sz="3600" b="1" dirty="0">
                <a:solidFill>
                  <a:schemeClr val="bg1"/>
                </a:solidFill>
                <a:latin typeface="方正兰亭中粗黑_GBK" panose="02000000000000000000" charset="-122"/>
                <a:ea typeface="方正兰亭中粗黑_GBK" panose="02000000000000000000" charset="-122"/>
                <a:sym typeface="+mn-ea"/>
              </a:rPr>
              <a:t>绪论 </a:t>
            </a:r>
          </a:p>
        </p:txBody>
      </p:sp>
      <p:sp>
        <p:nvSpPr>
          <p:cNvPr id="3" name="文本框 2"/>
          <p:cNvSpPr txBox="1"/>
          <p:nvPr/>
        </p:nvSpPr>
        <p:spPr>
          <a:xfrm>
            <a:off x="8822821" y="225208"/>
            <a:ext cx="3350597" cy="523220"/>
          </a:xfrm>
          <a:prstGeom prst="rect">
            <a:avLst/>
          </a:prstGeom>
          <a:noFill/>
        </p:spPr>
        <p:txBody>
          <a:bodyPr wrap="none" rtlCol="0" anchor="t">
            <a:spAutoFit/>
          </a:bodyPr>
          <a:lstStyle/>
          <a:p>
            <a:r>
              <a:rPr lang="en-US" altLang="zh-CN" sz="2800" b="1" dirty="0">
                <a:solidFill>
                  <a:schemeClr val="bg1"/>
                </a:solidFill>
                <a:latin typeface="兰亭黑-简" panose="02000000000000000000" charset="-122"/>
                <a:ea typeface="兰亭黑-简" panose="02000000000000000000" charset="-122"/>
                <a:sym typeface="+mn-ea"/>
              </a:rPr>
              <a:t>1.1 </a:t>
            </a:r>
            <a:r>
              <a:rPr lang="zh-CN" altLang="en-US" sz="2800" b="1" dirty="0">
                <a:solidFill>
                  <a:schemeClr val="bg1"/>
                </a:solidFill>
                <a:latin typeface="兰亭黑-简" panose="02000000000000000000" charset="-122"/>
                <a:ea typeface="兰亭黑-简" panose="02000000000000000000" charset="-122"/>
                <a:sym typeface="+mn-ea"/>
              </a:rPr>
              <a:t>研究背景及意义</a:t>
            </a:r>
          </a:p>
        </p:txBody>
      </p:sp>
      <p:grpSp>
        <p:nvGrpSpPr>
          <p:cNvPr id="8" name="组合 7">
            <a:extLst>
              <a:ext uri="{FF2B5EF4-FFF2-40B4-BE49-F238E27FC236}">
                <a16:creationId xmlns:a16="http://schemas.microsoft.com/office/drawing/2014/main" id="{D3F82734-8A59-4FF3-BC43-CAB89127B117}"/>
              </a:ext>
            </a:extLst>
          </p:cNvPr>
          <p:cNvGrpSpPr/>
          <p:nvPr/>
        </p:nvGrpSpPr>
        <p:grpSpPr>
          <a:xfrm>
            <a:off x="-59957" y="53728"/>
            <a:ext cx="12285617" cy="790577"/>
            <a:chOff x="-50432" y="53728"/>
            <a:chExt cx="12285617" cy="790577"/>
          </a:xfrm>
        </p:grpSpPr>
        <p:sp>
          <p:nvSpPr>
            <p:cNvPr id="9" name="六边形 24">
              <a:extLst>
                <a:ext uri="{FF2B5EF4-FFF2-40B4-BE49-F238E27FC236}">
                  <a16:creationId xmlns:a16="http://schemas.microsoft.com/office/drawing/2014/main" id="{68F9CC4C-7D7D-4881-82E9-10A79A763B44}"/>
                </a:ext>
              </a:extLst>
            </p:cNvPr>
            <p:cNvSpPr/>
            <p:nvPr/>
          </p:nvSpPr>
          <p:spPr>
            <a:xfrm>
              <a:off x="74468" y="769295"/>
              <a:ext cx="552450" cy="75010"/>
            </a:xfrm>
            <a:custGeom>
              <a:avLst/>
              <a:gdLst>
                <a:gd name="connsiteX0" fmla="*/ 0 w 747713"/>
                <a:gd name="connsiteY0" fmla="*/ 75010 h 150019"/>
                <a:gd name="connsiteX1" fmla="*/ 37505 w 747713"/>
                <a:gd name="connsiteY1" fmla="*/ 0 h 150019"/>
                <a:gd name="connsiteX2" fmla="*/ 710208 w 747713"/>
                <a:gd name="connsiteY2" fmla="*/ 0 h 150019"/>
                <a:gd name="connsiteX3" fmla="*/ 747713 w 747713"/>
                <a:gd name="connsiteY3" fmla="*/ 75010 h 150019"/>
                <a:gd name="connsiteX4" fmla="*/ 710208 w 747713"/>
                <a:gd name="connsiteY4" fmla="*/ 150019 h 150019"/>
                <a:gd name="connsiteX5" fmla="*/ 37505 w 747713"/>
                <a:gd name="connsiteY5" fmla="*/ 150019 h 150019"/>
                <a:gd name="connsiteX6" fmla="*/ 0 w 747713"/>
                <a:gd name="connsiteY6" fmla="*/ 75010 h 150019"/>
                <a:gd name="connsiteX0-1" fmla="*/ 37505 w 747713"/>
                <a:gd name="connsiteY0-2" fmla="*/ 0 h 150019"/>
                <a:gd name="connsiteX1-3" fmla="*/ 710208 w 747713"/>
                <a:gd name="connsiteY1-4" fmla="*/ 0 h 150019"/>
                <a:gd name="connsiteX2-5" fmla="*/ 747713 w 747713"/>
                <a:gd name="connsiteY2-6" fmla="*/ 75010 h 150019"/>
                <a:gd name="connsiteX3-7" fmla="*/ 710208 w 747713"/>
                <a:gd name="connsiteY3-8" fmla="*/ 150019 h 150019"/>
                <a:gd name="connsiteX4-9" fmla="*/ 37505 w 747713"/>
                <a:gd name="connsiteY4-10" fmla="*/ 150019 h 150019"/>
                <a:gd name="connsiteX5-11" fmla="*/ 0 w 747713"/>
                <a:gd name="connsiteY5-12" fmla="*/ 75010 h 150019"/>
                <a:gd name="connsiteX6-13" fmla="*/ 128945 w 747713"/>
                <a:gd name="connsiteY6-14" fmla="*/ 91440 h 150019"/>
                <a:gd name="connsiteX0-15" fmla="*/ 37505 w 747713"/>
                <a:gd name="connsiteY0-16" fmla="*/ 0 h 150019"/>
                <a:gd name="connsiteX1-17" fmla="*/ 710208 w 747713"/>
                <a:gd name="connsiteY1-18" fmla="*/ 0 h 150019"/>
                <a:gd name="connsiteX2-19" fmla="*/ 747713 w 747713"/>
                <a:gd name="connsiteY2-20" fmla="*/ 75010 h 150019"/>
                <a:gd name="connsiteX3-21" fmla="*/ 710208 w 747713"/>
                <a:gd name="connsiteY3-22" fmla="*/ 150019 h 150019"/>
                <a:gd name="connsiteX4-23" fmla="*/ 37505 w 747713"/>
                <a:gd name="connsiteY4-24" fmla="*/ 150019 h 150019"/>
                <a:gd name="connsiteX5-25" fmla="*/ 0 w 747713"/>
                <a:gd name="connsiteY5-26" fmla="*/ 75010 h 150019"/>
                <a:gd name="connsiteX0-27" fmla="*/ 710208 w 747713"/>
                <a:gd name="connsiteY0-28" fmla="*/ 0 h 150019"/>
                <a:gd name="connsiteX1-29" fmla="*/ 747713 w 747713"/>
                <a:gd name="connsiteY1-30" fmla="*/ 75010 h 150019"/>
                <a:gd name="connsiteX2-31" fmla="*/ 710208 w 747713"/>
                <a:gd name="connsiteY2-32" fmla="*/ 150019 h 150019"/>
                <a:gd name="connsiteX3-33" fmla="*/ 37505 w 747713"/>
                <a:gd name="connsiteY3-34" fmla="*/ 150019 h 150019"/>
                <a:gd name="connsiteX4-35" fmla="*/ 0 w 747713"/>
                <a:gd name="connsiteY4-36" fmla="*/ 75010 h 150019"/>
                <a:gd name="connsiteX0-37" fmla="*/ 672703 w 710208"/>
                <a:gd name="connsiteY0-38" fmla="*/ 0 h 150019"/>
                <a:gd name="connsiteX1-39" fmla="*/ 710208 w 710208"/>
                <a:gd name="connsiteY1-40" fmla="*/ 75010 h 150019"/>
                <a:gd name="connsiteX2-41" fmla="*/ 672703 w 710208"/>
                <a:gd name="connsiteY2-42" fmla="*/ 150019 h 150019"/>
                <a:gd name="connsiteX3-43" fmla="*/ 0 w 710208"/>
                <a:gd name="connsiteY3-44" fmla="*/ 150019 h 150019"/>
                <a:gd name="connsiteX0-45" fmla="*/ 710208 w 710208"/>
                <a:gd name="connsiteY0-46" fmla="*/ 0 h 75009"/>
                <a:gd name="connsiteX1-47" fmla="*/ 672703 w 710208"/>
                <a:gd name="connsiteY1-48" fmla="*/ 75009 h 75009"/>
                <a:gd name="connsiteX2-49" fmla="*/ 0 w 710208"/>
                <a:gd name="connsiteY2-50" fmla="*/ 75009 h 75009"/>
                <a:gd name="connsiteX0-51" fmla="*/ 710208 w 710208"/>
                <a:gd name="connsiteY0-52" fmla="*/ 0 h 75010"/>
                <a:gd name="connsiteX1-53" fmla="*/ 672703 w 710208"/>
                <a:gd name="connsiteY1-54" fmla="*/ 75009 h 75010"/>
                <a:gd name="connsiteX2-55" fmla="*/ 352016 w 710208"/>
                <a:gd name="connsiteY2-56" fmla="*/ 75010 h 75010"/>
                <a:gd name="connsiteX3-57" fmla="*/ 0 w 710208"/>
                <a:gd name="connsiteY3-58" fmla="*/ 75009 h 75010"/>
                <a:gd name="connsiteX0-59" fmla="*/ 358192 w 358192"/>
                <a:gd name="connsiteY0-60" fmla="*/ 0 h 75010"/>
                <a:gd name="connsiteX1-61" fmla="*/ 320687 w 358192"/>
                <a:gd name="connsiteY1-62" fmla="*/ 75009 h 75010"/>
                <a:gd name="connsiteX2-63" fmla="*/ 0 w 358192"/>
                <a:gd name="connsiteY2-64" fmla="*/ 75010 h 75010"/>
              </a:gdLst>
              <a:ahLst/>
              <a:cxnLst>
                <a:cxn ang="0">
                  <a:pos x="connsiteX0-1" y="connsiteY0-2"/>
                </a:cxn>
                <a:cxn ang="0">
                  <a:pos x="connsiteX1-3" y="connsiteY1-4"/>
                </a:cxn>
                <a:cxn ang="0">
                  <a:pos x="connsiteX2-5" y="connsiteY2-6"/>
                </a:cxn>
              </a:cxnLst>
              <a:rect l="l" t="t" r="r" b="b"/>
              <a:pathLst>
                <a:path w="358192" h="75010">
                  <a:moveTo>
                    <a:pt x="358192" y="0"/>
                  </a:moveTo>
                  <a:lnTo>
                    <a:pt x="320687" y="75009"/>
                  </a:lnTo>
                  <a:lnTo>
                    <a:pt x="0" y="75010"/>
                  </a:lnTo>
                </a:path>
              </a:pathLst>
            </a:custGeom>
            <a:noFill/>
            <a:ln>
              <a:solidFill>
                <a:srgbClr val="00B0F0"/>
              </a:solidFill>
              <a:tailEnd type="diamond"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0" name="矩形 9">
              <a:extLst>
                <a:ext uri="{FF2B5EF4-FFF2-40B4-BE49-F238E27FC236}">
                  <a16:creationId xmlns:a16="http://schemas.microsoft.com/office/drawing/2014/main" id="{ED237AC2-3AEB-46ED-8BAC-3650FF5362FA}"/>
                </a:ext>
              </a:extLst>
            </p:cNvPr>
            <p:cNvSpPr/>
            <p:nvPr/>
          </p:nvSpPr>
          <p:spPr>
            <a:xfrm flipV="1">
              <a:off x="5411" y="53728"/>
              <a:ext cx="12186591" cy="737445"/>
            </a:xfrm>
            <a:prstGeom prst="rect">
              <a:avLst/>
            </a:prstGeom>
            <a:gradFill flip="none" rotWithShape="1">
              <a:gsLst>
                <a:gs pos="0">
                  <a:srgbClr val="00448E">
                    <a:alpha val="15000"/>
                  </a:srgbClr>
                </a:gs>
                <a:gs pos="49000">
                  <a:srgbClr val="00448E">
                    <a:alpha val="0"/>
                  </a:srgbClr>
                </a:gs>
              </a:gsLst>
              <a:lin ang="5400000" scaled="1"/>
              <a:tileRect/>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1" name="矩形 10">
              <a:extLst>
                <a:ext uri="{FF2B5EF4-FFF2-40B4-BE49-F238E27FC236}">
                  <a16:creationId xmlns:a16="http://schemas.microsoft.com/office/drawing/2014/main" id="{1968515E-08C3-435A-980E-BF558FA7CD0F}"/>
                </a:ext>
              </a:extLst>
            </p:cNvPr>
            <p:cNvSpPr/>
            <p:nvPr/>
          </p:nvSpPr>
          <p:spPr>
            <a:xfrm>
              <a:off x="5411" y="762785"/>
              <a:ext cx="12229774" cy="45719"/>
            </a:xfrm>
            <a:prstGeom prst="rect">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mn-cs"/>
              </a:endParaRPr>
            </a:p>
          </p:txBody>
        </p:sp>
        <p:grpSp>
          <p:nvGrpSpPr>
            <p:cNvPr id="12" name="组合 11">
              <a:extLst>
                <a:ext uri="{FF2B5EF4-FFF2-40B4-BE49-F238E27FC236}">
                  <a16:creationId xmlns:a16="http://schemas.microsoft.com/office/drawing/2014/main" id="{29A54950-187F-4E9C-B865-F8540E4B0F10}"/>
                </a:ext>
              </a:extLst>
            </p:cNvPr>
            <p:cNvGrpSpPr/>
            <p:nvPr/>
          </p:nvGrpSpPr>
          <p:grpSpPr>
            <a:xfrm>
              <a:off x="-50432" y="682379"/>
              <a:ext cx="539237" cy="94600"/>
              <a:chOff x="-55843" y="628650"/>
              <a:chExt cx="539237" cy="94600"/>
            </a:xfrm>
          </p:grpSpPr>
          <p:sp>
            <p:nvSpPr>
              <p:cNvPr id="17" name="平行四边形 16">
                <a:extLst>
                  <a:ext uri="{FF2B5EF4-FFF2-40B4-BE49-F238E27FC236}">
                    <a16:creationId xmlns:a16="http://schemas.microsoft.com/office/drawing/2014/main" id="{D6F9A2E4-8D53-4EA2-B972-AB284065EA63}"/>
                  </a:ext>
                </a:extLst>
              </p:cNvPr>
              <p:cNvSpPr/>
              <p:nvPr/>
            </p:nvSpPr>
            <p:spPr>
              <a:xfrm flipH="1">
                <a:off x="-55843"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8" name="平行四边形 17">
                <a:extLst>
                  <a:ext uri="{FF2B5EF4-FFF2-40B4-BE49-F238E27FC236}">
                    <a16:creationId xmlns:a16="http://schemas.microsoft.com/office/drawing/2014/main" id="{72AA39BE-D714-4D77-B8A7-54C7CDE57E6E}"/>
                  </a:ext>
                </a:extLst>
              </p:cNvPr>
              <p:cNvSpPr/>
              <p:nvPr/>
            </p:nvSpPr>
            <p:spPr>
              <a:xfrm flipH="1">
                <a:off x="29990"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9" name="平行四边形 18">
                <a:extLst>
                  <a:ext uri="{FF2B5EF4-FFF2-40B4-BE49-F238E27FC236}">
                    <a16:creationId xmlns:a16="http://schemas.microsoft.com/office/drawing/2014/main" id="{FCB174F2-6DE0-4684-A8ED-E0F20F53D450}"/>
                  </a:ext>
                </a:extLst>
              </p:cNvPr>
              <p:cNvSpPr/>
              <p:nvPr/>
            </p:nvSpPr>
            <p:spPr>
              <a:xfrm flipH="1">
                <a:off x="115823"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20" name="平行四边形 19">
                <a:extLst>
                  <a:ext uri="{FF2B5EF4-FFF2-40B4-BE49-F238E27FC236}">
                    <a16:creationId xmlns:a16="http://schemas.microsoft.com/office/drawing/2014/main" id="{0D15C374-FD35-4DA9-A9B0-4AB06273ADBC}"/>
                  </a:ext>
                </a:extLst>
              </p:cNvPr>
              <p:cNvSpPr/>
              <p:nvPr/>
            </p:nvSpPr>
            <p:spPr>
              <a:xfrm flipH="1">
                <a:off x="201656"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21" name="平行四边形 20">
                <a:extLst>
                  <a:ext uri="{FF2B5EF4-FFF2-40B4-BE49-F238E27FC236}">
                    <a16:creationId xmlns:a16="http://schemas.microsoft.com/office/drawing/2014/main" id="{AD8A548E-0B81-408F-ADDD-148D62F17169}"/>
                  </a:ext>
                </a:extLst>
              </p:cNvPr>
              <p:cNvSpPr/>
              <p:nvPr/>
            </p:nvSpPr>
            <p:spPr>
              <a:xfrm flipH="1">
                <a:off x="287489"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22" name="平行四边形 21">
                <a:extLst>
                  <a:ext uri="{FF2B5EF4-FFF2-40B4-BE49-F238E27FC236}">
                    <a16:creationId xmlns:a16="http://schemas.microsoft.com/office/drawing/2014/main" id="{9CE8D40F-C01A-4472-B2FF-AA86E40993D8}"/>
                  </a:ext>
                </a:extLst>
              </p:cNvPr>
              <p:cNvSpPr/>
              <p:nvPr/>
            </p:nvSpPr>
            <p:spPr>
              <a:xfrm flipH="1">
                <a:off x="373320"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mn-cs"/>
                </a:endParaRPr>
              </a:p>
            </p:txBody>
          </p:sp>
        </p:grpSp>
        <p:sp>
          <p:nvSpPr>
            <p:cNvPr id="13" name="平行四边形 12">
              <a:extLst>
                <a:ext uri="{FF2B5EF4-FFF2-40B4-BE49-F238E27FC236}">
                  <a16:creationId xmlns:a16="http://schemas.microsoft.com/office/drawing/2014/main" id="{7BC82760-8CA4-4F41-9CF2-10466BFD4364}"/>
                </a:ext>
              </a:extLst>
            </p:cNvPr>
            <p:cNvSpPr/>
            <p:nvPr/>
          </p:nvSpPr>
          <p:spPr>
            <a:xfrm>
              <a:off x="514462" y="800588"/>
              <a:ext cx="69503" cy="31175"/>
            </a:xfrm>
            <a:prstGeom prst="parallelogram">
              <a:avLst>
                <a:gd name="adj" fmla="val 74000"/>
              </a:avLst>
            </a:prstGeom>
            <a:solidFill>
              <a:srgbClr val="00B0F0">
                <a:alpha val="30000"/>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5" name="平行四边形 14">
              <a:extLst>
                <a:ext uri="{FF2B5EF4-FFF2-40B4-BE49-F238E27FC236}">
                  <a16:creationId xmlns:a16="http://schemas.microsoft.com/office/drawing/2014/main" id="{2CF28AAC-150F-4C44-AB68-8A18F323EDA6}"/>
                </a:ext>
              </a:extLst>
            </p:cNvPr>
            <p:cNvSpPr/>
            <p:nvPr/>
          </p:nvSpPr>
          <p:spPr>
            <a:xfrm>
              <a:off x="445406" y="800588"/>
              <a:ext cx="69503" cy="31175"/>
            </a:xfrm>
            <a:prstGeom prst="parallelogram">
              <a:avLst>
                <a:gd name="adj" fmla="val 74000"/>
              </a:avLst>
            </a:prstGeom>
            <a:solidFill>
              <a:srgbClr val="00B0F0">
                <a:alpha val="20000"/>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6" name="平行四边形 15">
              <a:extLst>
                <a:ext uri="{FF2B5EF4-FFF2-40B4-BE49-F238E27FC236}">
                  <a16:creationId xmlns:a16="http://schemas.microsoft.com/office/drawing/2014/main" id="{FB90FD3E-4D21-4144-86B7-2799A3ECFE60}"/>
                </a:ext>
              </a:extLst>
            </p:cNvPr>
            <p:cNvSpPr/>
            <p:nvPr/>
          </p:nvSpPr>
          <p:spPr>
            <a:xfrm>
              <a:off x="376350" y="800588"/>
              <a:ext cx="69503" cy="31175"/>
            </a:xfrm>
            <a:prstGeom prst="parallelogram">
              <a:avLst>
                <a:gd name="adj" fmla="val 74000"/>
              </a:avLst>
            </a:prstGeom>
            <a:solidFill>
              <a:srgbClr val="00B0F0">
                <a:alpha val="10000"/>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grpSp>
      <p:sp>
        <p:nvSpPr>
          <p:cNvPr id="35" name="矩形 34">
            <a:extLst>
              <a:ext uri="{FF2B5EF4-FFF2-40B4-BE49-F238E27FC236}">
                <a16:creationId xmlns:a16="http://schemas.microsoft.com/office/drawing/2014/main" id="{688B5F44-EE0E-4E60-939B-19A3D7295456}"/>
              </a:ext>
            </a:extLst>
          </p:cNvPr>
          <p:cNvSpPr/>
          <p:nvPr/>
        </p:nvSpPr>
        <p:spPr>
          <a:xfrm>
            <a:off x="11715750" y="6429539"/>
            <a:ext cx="476250" cy="428461"/>
          </a:xfrm>
          <a:prstGeom prst="rect">
            <a:avLst/>
          </a:prstGeom>
          <a:solidFill>
            <a:srgbClr val="0044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latin typeface="微软雅黑" panose="020B0503020204020204" pitchFamily="34" charset="-122"/>
                <a:ea typeface="微软雅黑" panose="020B0503020204020204" pitchFamily="34" charset="-122"/>
                <a:cs typeface="Times New Roman" panose="02020603050405020304" pitchFamily="18" charset="0"/>
              </a:rPr>
              <a:t>4</a:t>
            </a:r>
            <a:endParaRPr kumimoji="1" lang="zh-CN" altLang="en-US" b="1"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4" name="图片 3">
            <a:extLst>
              <a:ext uri="{FF2B5EF4-FFF2-40B4-BE49-F238E27FC236}">
                <a16:creationId xmlns:a16="http://schemas.microsoft.com/office/drawing/2014/main" id="{B1B769D1-0F9B-A08B-8312-3FAB7E04320C}"/>
              </a:ext>
            </a:extLst>
          </p:cNvPr>
          <p:cNvPicPr>
            <a:picLocks noChangeAspect="1"/>
          </p:cNvPicPr>
          <p:nvPr/>
        </p:nvPicPr>
        <p:blipFill>
          <a:blip r:embed="rId5"/>
          <a:stretch>
            <a:fillRect/>
          </a:stretch>
        </p:blipFill>
        <p:spPr>
          <a:xfrm>
            <a:off x="607549" y="1305753"/>
            <a:ext cx="3924477" cy="5327039"/>
          </a:xfrm>
          <a:prstGeom prst="rect">
            <a:avLst/>
          </a:prstGeom>
          <a:effectLst>
            <a:outerShdw blurRad="50800" dist="38100" algn="l" rotWithShape="0">
              <a:prstClr val="black">
                <a:alpha val="40000"/>
              </a:prstClr>
            </a:outerShdw>
          </a:effectLst>
        </p:spPr>
      </p:pic>
      <p:pic>
        <p:nvPicPr>
          <p:cNvPr id="6" name="图片 5">
            <a:extLst>
              <a:ext uri="{FF2B5EF4-FFF2-40B4-BE49-F238E27FC236}">
                <a16:creationId xmlns:a16="http://schemas.microsoft.com/office/drawing/2014/main" id="{E2442BE3-4587-8D57-8A5E-4CD6CD136682}"/>
              </a:ext>
            </a:extLst>
          </p:cNvPr>
          <p:cNvPicPr>
            <a:picLocks noChangeAspect="1"/>
          </p:cNvPicPr>
          <p:nvPr/>
        </p:nvPicPr>
        <p:blipFill rotWithShape="1">
          <a:blip r:embed="rId6"/>
          <a:srcRect r="7205" b="4217"/>
          <a:stretch>
            <a:fillRect/>
          </a:stretch>
        </p:blipFill>
        <p:spPr>
          <a:xfrm>
            <a:off x="5136773" y="844305"/>
            <a:ext cx="2952000" cy="2797194"/>
          </a:xfrm>
          <a:prstGeom prst="rect">
            <a:avLst/>
          </a:prstGeom>
          <a:effectLst>
            <a:outerShdw blurRad="50800" dist="38100" algn="l" rotWithShape="0">
              <a:prstClr val="black">
                <a:alpha val="40000"/>
              </a:prstClr>
            </a:outerShdw>
          </a:effectLst>
        </p:spPr>
      </p:pic>
      <p:pic>
        <p:nvPicPr>
          <p:cNvPr id="14" name="图片 13">
            <a:extLst>
              <a:ext uri="{FF2B5EF4-FFF2-40B4-BE49-F238E27FC236}">
                <a16:creationId xmlns:a16="http://schemas.microsoft.com/office/drawing/2014/main" id="{4DBB40BB-578A-790E-A5DE-985958AB51BF}"/>
              </a:ext>
            </a:extLst>
          </p:cNvPr>
          <p:cNvPicPr>
            <a:picLocks noChangeAspect="1"/>
          </p:cNvPicPr>
          <p:nvPr/>
        </p:nvPicPr>
        <p:blipFill>
          <a:blip r:embed="rId7"/>
          <a:srcRect b="3387"/>
          <a:stretch>
            <a:fillRect/>
          </a:stretch>
        </p:blipFill>
        <p:spPr>
          <a:xfrm>
            <a:off x="5136773" y="3846575"/>
            <a:ext cx="2952000" cy="2797194"/>
          </a:xfrm>
          <a:prstGeom prst="rect">
            <a:avLst/>
          </a:prstGeom>
          <a:effectLst>
            <a:outerShdw blurRad="50800" dist="38100" algn="l" rotWithShape="0">
              <a:prstClr val="black">
                <a:alpha val="40000"/>
              </a:prstClr>
            </a:outerShdw>
          </a:effectLst>
        </p:spPr>
      </p:pic>
      <p:pic>
        <p:nvPicPr>
          <p:cNvPr id="23" name="图片 22">
            <a:extLst>
              <a:ext uri="{FF2B5EF4-FFF2-40B4-BE49-F238E27FC236}">
                <a16:creationId xmlns:a16="http://schemas.microsoft.com/office/drawing/2014/main" id="{78BB1FE5-EA39-D98E-5F98-1C6E577D1B47}"/>
              </a:ext>
            </a:extLst>
          </p:cNvPr>
          <p:cNvPicPr>
            <a:picLocks noChangeAspect="1"/>
          </p:cNvPicPr>
          <p:nvPr/>
        </p:nvPicPr>
        <p:blipFill>
          <a:blip r:embed="rId8"/>
          <a:srcRect b="7249"/>
          <a:stretch>
            <a:fillRect/>
          </a:stretch>
        </p:blipFill>
        <p:spPr>
          <a:xfrm>
            <a:off x="8632451" y="844305"/>
            <a:ext cx="2952000" cy="2797195"/>
          </a:xfrm>
          <a:prstGeom prst="rect">
            <a:avLst/>
          </a:prstGeom>
          <a:effectLst>
            <a:outerShdw blurRad="50800" dist="38100" algn="l" rotWithShape="0">
              <a:prstClr val="black">
                <a:alpha val="40000"/>
              </a:prstClr>
            </a:outerShdw>
          </a:effectLst>
        </p:spPr>
      </p:pic>
      <p:pic>
        <p:nvPicPr>
          <p:cNvPr id="24" name="图片 23">
            <a:extLst>
              <a:ext uri="{FF2B5EF4-FFF2-40B4-BE49-F238E27FC236}">
                <a16:creationId xmlns:a16="http://schemas.microsoft.com/office/drawing/2014/main" id="{77F21E56-5584-77EE-F920-A0D002881ADF}"/>
              </a:ext>
            </a:extLst>
          </p:cNvPr>
          <p:cNvPicPr>
            <a:picLocks noChangeAspect="1"/>
          </p:cNvPicPr>
          <p:nvPr/>
        </p:nvPicPr>
        <p:blipFill rotWithShape="1">
          <a:blip r:embed="rId9"/>
          <a:srcRect b="7371"/>
          <a:stretch/>
        </p:blipFill>
        <p:spPr>
          <a:xfrm>
            <a:off x="8632451" y="3835597"/>
            <a:ext cx="2952000" cy="2797195"/>
          </a:xfrm>
          <a:prstGeom prst="rect">
            <a:avLst/>
          </a:prstGeom>
          <a:effectLst>
            <a:outerShdw blurRad="50800" dist="38100" algn="l" rotWithShape="0">
              <a:prstClr val="black">
                <a:alpha val="40000"/>
              </a:prstClr>
            </a:outerShdw>
          </a:effectLst>
        </p:spPr>
      </p:pic>
      <p:sp>
        <p:nvSpPr>
          <p:cNvPr id="25" name="文本框 24">
            <a:extLst>
              <a:ext uri="{FF2B5EF4-FFF2-40B4-BE49-F238E27FC236}">
                <a16:creationId xmlns:a16="http://schemas.microsoft.com/office/drawing/2014/main" id="{FAD0E7D6-1D9D-C258-0691-D7111449AB59}"/>
              </a:ext>
            </a:extLst>
          </p:cNvPr>
          <p:cNvSpPr txBox="1"/>
          <p:nvPr/>
        </p:nvSpPr>
        <p:spPr>
          <a:xfrm>
            <a:off x="107504" y="770112"/>
            <a:ext cx="4866362" cy="461665"/>
          </a:xfrm>
          <a:prstGeom prst="rect">
            <a:avLst/>
          </a:prstGeom>
          <a:solidFill>
            <a:srgbClr val="0070C0"/>
          </a:solidFill>
        </p:spPr>
        <p:txBody>
          <a:bodyPr wrap="squar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4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新闻案例</a:t>
            </a:r>
          </a:p>
        </p:txBody>
      </p:sp>
      <p:sp>
        <p:nvSpPr>
          <p:cNvPr id="26" name="文本框 25">
            <a:extLst>
              <a:ext uri="{FF2B5EF4-FFF2-40B4-BE49-F238E27FC236}">
                <a16:creationId xmlns:a16="http://schemas.microsoft.com/office/drawing/2014/main" id="{F3351883-D01C-8FC6-4761-522FB00F8BFF}"/>
              </a:ext>
            </a:extLst>
          </p:cNvPr>
          <p:cNvSpPr txBox="1"/>
          <p:nvPr/>
        </p:nvSpPr>
        <p:spPr>
          <a:xfrm>
            <a:off x="6857316" y="3502227"/>
            <a:ext cx="3672408" cy="461665"/>
          </a:xfrm>
          <a:prstGeom prst="rect">
            <a:avLst/>
          </a:prstGeom>
          <a:solidFill>
            <a:schemeClr val="accent5">
              <a:lumMod val="20000"/>
              <a:lumOff val="80000"/>
            </a:schemeClr>
          </a:solidFill>
        </p:spPr>
        <p:txBody>
          <a:bodyPr wrap="squar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原因之一：水流湍急</a:t>
            </a:r>
          </a:p>
        </p:txBody>
      </p:sp>
      <p:pic>
        <p:nvPicPr>
          <p:cNvPr id="36" name="图片 35">
            <a:extLst>
              <a:ext uri="{FF2B5EF4-FFF2-40B4-BE49-F238E27FC236}">
                <a16:creationId xmlns:a16="http://schemas.microsoft.com/office/drawing/2014/main" id="{3798C6E6-3DC8-F2A6-F8DB-CA672A648A27}"/>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564936" y="93145"/>
            <a:ext cx="3350597" cy="628003"/>
          </a:xfrm>
          <a:prstGeom prst="rect">
            <a:avLst/>
          </a:prstGeom>
        </p:spPr>
      </p:pic>
      <p:sp>
        <p:nvSpPr>
          <p:cNvPr id="28" name="TextBox 4">
            <a:extLst>
              <a:ext uri="{FF2B5EF4-FFF2-40B4-BE49-F238E27FC236}">
                <a16:creationId xmlns:a16="http://schemas.microsoft.com/office/drawing/2014/main" id="{42394347-88F7-4E8C-8C01-802F56F03A2D}"/>
              </a:ext>
            </a:extLst>
          </p:cNvPr>
          <p:cNvSpPr txBox="1"/>
          <p:nvPr/>
        </p:nvSpPr>
        <p:spPr>
          <a:xfrm>
            <a:off x="190500" y="114300"/>
            <a:ext cx="5105400" cy="584775"/>
          </a:xfrm>
          <a:prstGeom prst="rect">
            <a:avLst/>
          </a:prstGeom>
          <a:noFill/>
          <a:ln>
            <a:noFill/>
          </a:ln>
        </p:spPr>
        <p:txBody>
          <a:bodyPr wrap="square" rtlCol="0">
            <a:spAutoFit/>
          </a:bodyPr>
          <a:lstStyle/>
          <a:p>
            <a:pPr>
              <a:defRPr/>
            </a:pPr>
            <a:r>
              <a:rPr lang="zh-CN" altLang="en-US" sz="3200" b="1" dirty="0">
                <a:latin typeface="Microsoft YaHei" panose="020B0503020204020204" pitchFamily="34" charset="-122"/>
                <a:ea typeface="Microsoft YaHei" panose="020B0503020204020204" pitchFamily="34" charset="-122"/>
                <a:sym typeface="+mn-ea"/>
              </a:rPr>
              <a:t>现象导入与工程背景</a:t>
            </a:r>
          </a:p>
        </p:txBody>
      </p:sp>
    </p:spTree>
    <p:custDataLst>
      <p:tags r:id="rId1"/>
    </p:custDataLst>
    <p:extLst>
      <p:ext uri="{BB962C8B-B14F-4D97-AF65-F5344CB8AC3E}">
        <p14:creationId xmlns:p14="http://schemas.microsoft.com/office/powerpoint/2010/main" val="2088149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anim calcmode="lin" valueType="num">
                                      <p:cBhvr additive="base">
                                        <p:cTn id="19" dur="500" fill="hold"/>
                                        <p:tgtEl>
                                          <p:spTgt spid="23"/>
                                        </p:tgtEl>
                                        <p:attrNameLst>
                                          <p:attrName>ppt_x</p:attrName>
                                        </p:attrNameLst>
                                      </p:cBhvr>
                                      <p:tavLst>
                                        <p:tav tm="0">
                                          <p:val>
                                            <p:strVal val="#ppt_x"/>
                                          </p:val>
                                        </p:tav>
                                        <p:tav tm="100000">
                                          <p:val>
                                            <p:strVal val="#ppt_x"/>
                                          </p:val>
                                        </p:tav>
                                      </p:tavLst>
                                    </p:anim>
                                    <p:anim calcmode="lin" valueType="num">
                                      <p:cBhvr additive="base">
                                        <p:cTn id="20"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fill="hold"/>
                                        <p:tgtEl>
                                          <p:spTgt spid="14"/>
                                        </p:tgtEl>
                                        <p:attrNameLst>
                                          <p:attrName>ppt_x</p:attrName>
                                        </p:attrNameLst>
                                      </p:cBhvr>
                                      <p:tavLst>
                                        <p:tav tm="0">
                                          <p:val>
                                            <p:strVal val="#ppt_x"/>
                                          </p:val>
                                        </p:tav>
                                        <p:tav tm="100000">
                                          <p:val>
                                            <p:strVal val="#ppt_x"/>
                                          </p:val>
                                        </p:tav>
                                      </p:tavLst>
                                    </p:anim>
                                    <p:anim calcmode="lin" valueType="num">
                                      <p:cBhvr additive="base">
                                        <p:cTn id="2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anim calcmode="lin" valueType="num">
                                      <p:cBhvr additive="base">
                                        <p:cTn id="31" dur="500" fill="hold"/>
                                        <p:tgtEl>
                                          <p:spTgt spid="24"/>
                                        </p:tgtEl>
                                        <p:attrNameLst>
                                          <p:attrName>ppt_x</p:attrName>
                                        </p:attrNameLst>
                                      </p:cBhvr>
                                      <p:tavLst>
                                        <p:tav tm="0">
                                          <p:val>
                                            <p:strVal val="#ppt_x"/>
                                          </p:val>
                                        </p:tav>
                                        <p:tav tm="100000">
                                          <p:val>
                                            <p:strVal val="#ppt_x"/>
                                          </p:val>
                                        </p:tav>
                                      </p:tavLst>
                                    </p:anim>
                                    <p:anim calcmode="lin" valueType="num">
                                      <p:cBhvr additive="base">
                                        <p:cTn id="3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6"/>
                                        </p:tgtEl>
                                        <p:attrNameLst>
                                          <p:attrName>style.visibility</p:attrName>
                                        </p:attrNameLst>
                                      </p:cBhvr>
                                      <p:to>
                                        <p:strVal val="visible"/>
                                      </p:to>
                                    </p:set>
                                    <p:anim calcmode="lin" valueType="num">
                                      <p:cBhvr additive="base">
                                        <p:cTn id="37" dur="500" fill="hold"/>
                                        <p:tgtEl>
                                          <p:spTgt spid="26"/>
                                        </p:tgtEl>
                                        <p:attrNameLst>
                                          <p:attrName>ppt_x</p:attrName>
                                        </p:attrNameLst>
                                      </p:cBhvr>
                                      <p:tavLst>
                                        <p:tav tm="0">
                                          <p:val>
                                            <p:strVal val="#ppt_x"/>
                                          </p:val>
                                        </p:tav>
                                        <p:tav tm="100000">
                                          <p:val>
                                            <p:strVal val="#ppt_x"/>
                                          </p:val>
                                        </p:tav>
                                      </p:tavLst>
                                    </p:anim>
                                    <p:anim calcmode="lin" valueType="num">
                                      <p:cBhvr additive="base">
                                        <p:cTn id="3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 name="图片 53">
            <a:extLst>
              <a:ext uri="{FF2B5EF4-FFF2-40B4-BE49-F238E27FC236}">
                <a16:creationId xmlns:a16="http://schemas.microsoft.com/office/drawing/2014/main" id="{063EDD29-95C6-4188-ABF3-DA1F41309C3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2" name="文本框 1"/>
          <p:cNvSpPr txBox="1"/>
          <p:nvPr/>
        </p:nvSpPr>
        <p:spPr>
          <a:xfrm>
            <a:off x="276467" y="144288"/>
            <a:ext cx="1669047" cy="646331"/>
          </a:xfrm>
          <a:prstGeom prst="rect">
            <a:avLst/>
          </a:prstGeom>
          <a:noFill/>
        </p:spPr>
        <p:txBody>
          <a:bodyPr wrap="none" rtlCol="0" anchor="t">
            <a:spAutoFit/>
          </a:bodyPr>
          <a:lstStyle/>
          <a:p>
            <a:r>
              <a:rPr lang="en-US" altLang="zh-CN" sz="3600" b="1" dirty="0">
                <a:solidFill>
                  <a:schemeClr val="bg1"/>
                </a:solidFill>
                <a:latin typeface="微软雅黑" panose="020B0503020204020204" pitchFamily="34" charset="-122"/>
                <a:ea typeface="微软雅黑" panose="020B0503020204020204" pitchFamily="34" charset="-122"/>
                <a:sym typeface="+mn-ea"/>
              </a:rPr>
              <a:t>1 </a:t>
            </a:r>
            <a:r>
              <a:rPr lang="zh-CN" altLang="en-US" sz="3600" b="1" dirty="0">
                <a:solidFill>
                  <a:schemeClr val="bg1"/>
                </a:solidFill>
                <a:latin typeface="微软雅黑" panose="020B0503020204020204" pitchFamily="34" charset="-122"/>
                <a:ea typeface="微软雅黑" panose="020B0503020204020204" pitchFamily="34" charset="-122"/>
                <a:sym typeface="+mn-ea"/>
              </a:rPr>
              <a:t>绪论 </a:t>
            </a:r>
          </a:p>
        </p:txBody>
      </p:sp>
      <p:sp>
        <p:nvSpPr>
          <p:cNvPr id="3" name="文本框 2"/>
          <p:cNvSpPr txBox="1"/>
          <p:nvPr/>
        </p:nvSpPr>
        <p:spPr>
          <a:xfrm>
            <a:off x="8822821" y="225208"/>
            <a:ext cx="3350597" cy="523220"/>
          </a:xfrm>
          <a:prstGeom prst="rect">
            <a:avLst/>
          </a:prstGeom>
          <a:noFill/>
        </p:spPr>
        <p:txBody>
          <a:bodyPr wrap="none" rtlCol="0" anchor="t">
            <a:spAutoFit/>
          </a:bodyPr>
          <a:lstStyle/>
          <a:p>
            <a:r>
              <a:rPr lang="en-US" altLang="zh-CN" sz="2800" b="1" dirty="0">
                <a:solidFill>
                  <a:schemeClr val="bg1"/>
                </a:solidFill>
                <a:latin typeface="微软雅黑" panose="020B0503020204020204" pitchFamily="34" charset="-122"/>
                <a:ea typeface="微软雅黑" panose="020B0503020204020204" pitchFamily="34" charset="-122"/>
                <a:sym typeface="+mn-ea"/>
              </a:rPr>
              <a:t>1.1 </a:t>
            </a:r>
            <a:r>
              <a:rPr lang="zh-CN" altLang="en-US" sz="2800" b="1" dirty="0">
                <a:solidFill>
                  <a:schemeClr val="bg1"/>
                </a:solidFill>
                <a:latin typeface="微软雅黑" panose="020B0503020204020204" pitchFamily="34" charset="-122"/>
                <a:ea typeface="微软雅黑" panose="020B0503020204020204" pitchFamily="34" charset="-122"/>
                <a:sym typeface="+mn-ea"/>
              </a:rPr>
              <a:t>研究背景及意义</a:t>
            </a:r>
          </a:p>
        </p:txBody>
      </p:sp>
      <p:grpSp>
        <p:nvGrpSpPr>
          <p:cNvPr id="8" name="组合 7">
            <a:extLst>
              <a:ext uri="{FF2B5EF4-FFF2-40B4-BE49-F238E27FC236}">
                <a16:creationId xmlns:a16="http://schemas.microsoft.com/office/drawing/2014/main" id="{D3F82734-8A59-4FF3-BC43-CAB89127B117}"/>
              </a:ext>
            </a:extLst>
          </p:cNvPr>
          <p:cNvGrpSpPr/>
          <p:nvPr/>
        </p:nvGrpSpPr>
        <p:grpSpPr>
          <a:xfrm>
            <a:off x="-59957" y="53728"/>
            <a:ext cx="12285617" cy="790577"/>
            <a:chOff x="-50432" y="53728"/>
            <a:chExt cx="12285617" cy="790577"/>
          </a:xfrm>
        </p:grpSpPr>
        <p:sp>
          <p:nvSpPr>
            <p:cNvPr id="9" name="六边形 24">
              <a:extLst>
                <a:ext uri="{FF2B5EF4-FFF2-40B4-BE49-F238E27FC236}">
                  <a16:creationId xmlns:a16="http://schemas.microsoft.com/office/drawing/2014/main" id="{68F9CC4C-7D7D-4881-82E9-10A79A763B44}"/>
                </a:ext>
              </a:extLst>
            </p:cNvPr>
            <p:cNvSpPr/>
            <p:nvPr/>
          </p:nvSpPr>
          <p:spPr>
            <a:xfrm>
              <a:off x="74468" y="769295"/>
              <a:ext cx="552450" cy="75010"/>
            </a:xfrm>
            <a:custGeom>
              <a:avLst/>
              <a:gdLst>
                <a:gd name="connsiteX0" fmla="*/ 0 w 747713"/>
                <a:gd name="connsiteY0" fmla="*/ 75010 h 150019"/>
                <a:gd name="connsiteX1" fmla="*/ 37505 w 747713"/>
                <a:gd name="connsiteY1" fmla="*/ 0 h 150019"/>
                <a:gd name="connsiteX2" fmla="*/ 710208 w 747713"/>
                <a:gd name="connsiteY2" fmla="*/ 0 h 150019"/>
                <a:gd name="connsiteX3" fmla="*/ 747713 w 747713"/>
                <a:gd name="connsiteY3" fmla="*/ 75010 h 150019"/>
                <a:gd name="connsiteX4" fmla="*/ 710208 w 747713"/>
                <a:gd name="connsiteY4" fmla="*/ 150019 h 150019"/>
                <a:gd name="connsiteX5" fmla="*/ 37505 w 747713"/>
                <a:gd name="connsiteY5" fmla="*/ 150019 h 150019"/>
                <a:gd name="connsiteX6" fmla="*/ 0 w 747713"/>
                <a:gd name="connsiteY6" fmla="*/ 75010 h 150019"/>
                <a:gd name="connsiteX0-1" fmla="*/ 37505 w 747713"/>
                <a:gd name="connsiteY0-2" fmla="*/ 0 h 150019"/>
                <a:gd name="connsiteX1-3" fmla="*/ 710208 w 747713"/>
                <a:gd name="connsiteY1-4" fmla="*/ 0 h 150019"/>
                <a:gd name="connsiteX2-5" fmla="*/ 747713 w 747713"/>
                <a:gd name="connsiteY2-6" fmla="*/ 75010 h 150019"/>
                <a:gd name="connsiteX3-7" fmla="*/ 710208 w 747713"/>
                <a:gd name="connsiteY3-8" fmla="*/ 150019 h 150019"/>
                <a:gd name="connsiteX4-9" fmla="*/ 37505 w 747713"/>
                <a:gd name="connsiteY4-10" fmla="*/ 150019 h 150019"/>
                <a:gd name="connsiteX5-11" fmla="*/ 0 w 747713"/>
                <a:gd name="connsiteY5-12" fmla="*/ 75010 h 150019"/>
                <a:gd name="connsiteX6-13" fmla="*/ 128945 w 747713"/>
                <a:gd name="connsiteY6-14" fmla="*/ 91440 h 150019"/>
                <a:gd name="connsiteX0-15" fmla="*/ 37505 w 747713"/>
                <a:gd name="connsiteY0-16" fmla="*/ 0 h 150019"/>
                <a:gd name="connsiteX1-17" fmla="*/ 710208 w 747713"/>
                <a:gd name="connsiteY1-18" fmla="*/ 0 h 150019"/>
                <a:gd name="connsiteX2-19" fmla="*/ 747713 w 747713"/>
                <a:gd name="connsiteY2-20" fmla="*/ 75010 h 150019"/>
                <a:gd name="connsiteX3-21" fmla="*/ 710208 w 747713"/>
                <a:gd name="connsiteY3-22" fmla="*/ 150019 h 150019"/>
                <a:gd name="connsiteX4-23" fmla="*/ 37505 w 747713"/>
                <a:gd name="connsiteY4-24" fmla="*/ 150019 h 150019"/>
                <a:gd name="connsiteX5-25" fmla="*/ 0 w 747713"/>
                <a:gd name="connsiteY5-26" fmla="*/ 75010 h 150019"/>
                <a:gd name="connsiteX0-27" fmla="*/ 710208 w 747713"/>
                <a:gd name="connsiteY0-28" fmla="*/ 0 h 150019"/>
                <a:gd name="connsiteX1-29" fmla="*/ 747713 w 747713"/>
                <a:gd name="connsiteY1-30" fmla="*/ 75010 h 150019"/>
                <a:gd name="connsiteX2-31" fmla="*/ 710208 w 747713"/>
                <a:gd name="connsiteY2-32" fmla="*/ 150019 h 150019"/>
                <a:gd name="connsiteX3-33" fmla="*/ 37505 w 747713"/>
                <a:gd name="connsiteY3-34" fmla="*/ 150019 h 150019"/>
                <a:gd name="connsiteX4-35" fmla="*/ 0 w 747713"/>
                <a:gd name="connsiteY4-36" fmla="*/ 75010 h 150019"/>
                <a:gd name="connsiteX0-37" fmla="*/ 672703 w 710208"/>
                <a:gd name="connsiteY0-38" fmla="*/ 0 h 150019"/>
                <a:gd name="connsiteX1-39" fmla="*/ 710208 w 710208"/>
                <a:gd name="connsiteY1-40" fmla="*/ 75010 h 150019"/>
                <a:gd name="connsiteX2-41" fmla="*/ 672703 w 710208"/>
                <a:gd name="connsiteY2-42" fmla="*/ 150019 h 150019"/>
                <a:gd name="connsiteX3-43" fmla="*/ 0 w 710208"/>
                <a:gd name="connsiteY3-44" fmla="*/ 150019 h 150019"/>
                <a:gd name="connsiteX0-45" fmla="*/ 710208 w 710208"/>
                <a:gd name="connsiteY0-46" fmla="*/ 0 h 75009"/>
                <a:gd name="connsiteX1-47" fmla="*/ 672703 w 710208"/>
                <a:gd name="connsiteY1-48" fmla="*/ 75009 h 75009"/>
                <a:gd name="connsiteX2-49" fmla="*/ 0 w 710208"/>
                <a:gd name="connsiteY2-50" fmla="*/ 75009 h 75009"/>
                <a:gd name="connsiteX0-51" fmla="*/ 710208 w 710208"/>
                <a:gd name="connsiteY0-52" fmla="*/ 0 h 75010"/>
                <a:gd name="connsiteX1-53" fmla="*/ 672703 w 710208"/>
                <a:gd name="connsiteY1-54" fmla="*/ 75009 h 75010"/>
                <a:gd name="connsiteX2-55" fmla="*/ 352016 w 710208"/>
                <a:gd name="connsiteY2-56" fmla="*/ 75010 h 75010"/>
                <a:gd name="connsiteX3-57" fmla="*/ 0 w 710208"/>
                <a:gd name="connsiteY3-58" fmla="*/ 75009 h 75010"/>
                <a:gd name="connsiteX0-59" fmla="*/ 358192 w 358192"/>
                <a:gd name="connsiteY0-60" fmla="*/ 0 h 75010"/>
                <a:gd name="connsiteX1-61" fmla="*/ 320687 w 358192"/>
                <a:gd name="connsiteY1-62" fmla="*/ 75009 h 75010"/>
                <a:gd name="connsiteX2-63" fmla="*/ 0 w 358192"/>
                <a:gd name="connsiteY2-64" fmla="*/ 75010 h 75010"/>
              </a:gdLst>
              <a:ahLst/>
              <a:cxnLst>
                <a:cxn ang="0">
                  <a:pos x="connsiteX0-1" y="connsiteY0-2"/>
                </a:cxn>
                <a:cxn ang="0">
                  <a:pos x="connsiteX1-3" y="connsiteY1-4"/>
                </a:cxn>
                <a:cxn ang="0">
                  <a:pos x="connsiteX2-5" y="connsiteY2-6"/>
                </a:cxn>
              </a:cxnLst>
              <a:rect l="l" t="t" r="r" b="b"/>
              <a:pathLst>
                <a:path w="358192" h="75010">
                  <a:moveTo>
                    <a:pt x="358192" y="0"/>
                  </a:moveTo>
                  <a:lnTo>
                    <a:pt x="320687" y="75009"/>
                  </a:lnTo>
                  <a:lnTo>
                    <a:pt x="0" y="75010"/>
                  </a:lnTo>
                </a:path>
              </a:pathLst>
            </a:custGeom>
            <a:noFill/>
            <a:ln>
              <a:solidFill>
                <a:srgbClr val="00B0F0"/>
              </a:solidFill>
              <a:tailEnd type="diamond"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0" name="矩形 9">
              <a:extLst>
                <a:ext uri="{FF2B5EF4-FFF2-40B4-BE49-F238E27FC236}">
                  <a16:creationId xmlns:a16="http://schemas.microsoft.com/office/drawing/2014/main" id="{ED237AC2-3AEB-46ED-8BAC-3650FF5362FA}"/>
                </a:ext>
              </a:extLst>
            </p:cNvPr>
            <p:cNvSpPr/>
            <p:nvPr/>
          </p:nvSpPr>
          <p:spPr>
            <a:xfrm flipV="1">
              <a:off x="5411" y="53728"/>
              <a:ext cx="12186591" cy="737445"/>
            </a:xfrm>
            <a:prstGeom prst="rect">
              <a:avLst/>
            </a:prstGeom>
            <a:gradFill flip="none" rotWithShape="1">
              <a:gsLst>
                <a:gs pos="0">
                  <a:srgbClr val="00448E">
                    <a:alpha val="15000"/>
                  </a:srgbClr>
                </a:gs>
                <a:gs pos="49000">
                  <a:srgbClr val="00448E">
                    <a:alpha val="0"/>
                  </a:srgbClr>
                </a:gs>
              </a:gsLst>
              <a:lin ang="5400000" scaled="1"/>
              <a:tileRect/>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1" name="矩形 10">
              <a:extLst>
                <a:ext uri="{FF2B5EF4-FFF2-40B4-BE49-F238E27FC236}">
                  <a16:creationId xmlns:a16="http://schemas.microsoft.com/office/drawing/2014/main" id="{1968515E-08C3-435A-980E-BF558FA7CD0F}"/>
                </a:ext>
              </a:extLst>
            </p:cNvPr>
            <p:cNvSpPr/>
            <p:nvPr/>
          </p:nvSpPr>
          <p:spPr>
            <a:xfrm>
              <a:off x="5411" y="762785"/>
              <a:ext cx="12229774" cy="45719"/>
            </a:xfrm>
            <a:prstGeom prst="rect">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mn-cs"/>
              </a:endParaRPr>
            </a:p>
          </p:txBody>
        </p:sp>
        <p:grpSp>
          <p:nvGrpSpPr>
            <p:cNvPr id="12" name="组合 11">
              <a:extLst>
                <a:ext uri="{FF2B5EF4-FFF2-40B4-BE49-F238E27FC236}">
                  <a16:creationId xmlns:a16="http://schemas.microsoft.com/office/drawing/2014/main" id="{29A54950-187F-4E9C-B865-F8540E4B0F10}"/>
                </a:ext>
              </a:extLst>
            </p:cNvPr>
            <p:cNvGrpSpPr/>
            <p:nvPr/>
          </p:nvGrpSpPr>
          <p:grpSpPr>
            <a:xfrm>
              <a:off x="-50432" y="682379"/>
              <a:ext cx="539237" cy="94600"/>
              <a:chOff x="-55843" y="628650"/>
              <a:chExt cx="539237" cy="94600"/>
            </a:xfrm>
          </p:grpSpPr>
          <p:sp>
            <p:nvSpPr>
              <p:cNvPr id="17" name="平行四边形 16">
                <a:extLst>
                  <a:ext uri="{FF2B5EF4-FFF2-40B4-BE49-F238E27FC236}">
                    <a16:creationId xmlns:a16="http://schemas.microsoft.com/office/drawing/2014/main" id="{D6F9A2E4-8D53-4EA2-B972-AB284065EA63}"/>
                  </a:ext>
                </a:extLst>
              </p:cNvPr>
              <p:cNvSpPr/>
              <p:nvPr/>
            </p:nvSpPr>
            <p:spPr>
              <a:xfrm flipH="1">
                <a:off x="-55843"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8" name="平行四边形 17">
                <a:extLst>
                  <a:ext uri="{FF2B5EF4-FFF2-40B4-BE49-F238E27FC236}">
                    <a16:creationId xmlns:a16="http://schemas.microsoft.com/office/drawing/2014/main" id="{72AA39BE-D714-4D77-B8A7-54C7CDE57E6E}"/>
                  </a:ext>
                </a:extLst>
              </p:cNvPr>
              <p:cNvSpPr/>
              <p:nvPr/>
            </p:nvSpPr>
            <p:spPr>
              <a:xfrm flipH="1">
                <a:off x="29990"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9" name="平行四边形 18">
                <a:extLst>
                  <a:ext uri="{FF2B5EF4-FFF2-40B4-BE49-F238E27FC236}">
                    <a16:creationId xmlns:a16="http://schemas.microsoft.com/office/drawing/2014/main" id="{FCB174F2-6DE0-4684-A8ED-E0F20F53D450}"/>
                  </a:ext>
                </a:extLst>
              </p:cNvPr>
              <p:cNvSpPr/>
              <p:nvPr/>
            </p:nvSpPr>
            <p:spPr>
              <a:xfrm flipH="1">
                <a:off x="115823"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20" name="平行四边形 19">
                <a:extLst>
                  <a:ext uri="{FF2B5EF4-FFF2-40B4-BE49-F238E27FC236}">
                    <a16:creationId xmlns:a16="http://schemas.microsoft.com/office/drawing/2014/main" id="{0D15C374-FD35-4DA9-A9B0-4AB06273ADBC}"/>
                  </a:ext>
                </a:extLst>
              </p:cNvPr>
              <p:cNvSpPr/>
              <p:nvPr/>
            </p:nvSpPr>
            <p:spPr>
              <a:xfrm flipH="1">
                <a:off x="201656"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21" name="平行四边形 20">
                <a:extLst>
                  <a:ext uri="{FF2B5EF4-FFF2-40B4-BE49-F238E27FC236}">
                    <a16:creationId xmlns:a16="http://schemas.microsoft.com/office/drawing/2014/main" id="{AD8A548E-0B81-408F-ADDD-148D62F17169}"/>
                  </a:ext>
                </a:extLst>
              </p:cNvPr>
              <p:cNvSpPr/>
              <p:nvPr/>
            </p:nvSpPr>
            <p:spPr>
              <a:xfrm flipH="1">
                <a:off x="287489"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22" name="平行四边形 21">
                <a:extLst>
                  <a:ext uri="{FF2B5EF4-FFF2-40B4-BE49-F238E27FC236}">
                    <a16:creationId xmlns:a16="http://schemas.microsoft.com/office/drawing/2014/main" id="{9CE8D40F-C01A-4472-B2FF-AA86E40993D8}"/>
                  </a:ext>
                </a:extLst>
              </p:cNvPr>
              <p:cNvSpPr/>
              <p:nvPr/>
            </p:nvSpPr>
            <p:spPr>
              <a:xfrm flipH="1">
                <a:off x="373320"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mn-cs"/>
                </a:endParaRPr>
              </a:p>
            </p:txBody>
          </p:sp>
        </p:grpSp>
        <p:sp>
          <p:nvSpPr>
            <p:cNvPr id="13" name="平行四边形 12">
              <a:extLst>
                <a:ext uri="{FF2B5EF4-FFF2-40B4-BE49-F238E27FC236}">
                  <a16:creationId xmlns:a16="http://schemas.microsoft.com/office/drawing/2014/main" id="{7BC82760-8CA4-4F41-9CF2-10466BFD4364}"/>
                </a:ext>
              </a:extLst>
            </p:cNvPr>
            <p:cNvSpPr/>
            <p:nvPr/>
          </p:nvSpPr>
          <p:spPr>
            <a:xfrm>
              <a:off x="514462" y="800588"/>
              <a:ext cx="69503" cy="31175"/>
            </a:xfrm>
            <a:prstGeom prst="parallelogram">
              <a:avLst>
                <a:gd name="adj" fmla="val 74000"/>
              </a:avLst>
            </a:prstGeom>
            <a:solidFill>
              <a:srgbClr val="00B0F0">
                <a:alpha val="30000"/>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5" name="平行四边形 14">
              <a:extLst>
                <a:ext uri="{FF2B5EF4-FFF2-40B4-BE49-F238E27FC236}">
                  <a16:creationId xmlns:a16="http://schemas.microsoft.com/office/drawing/2014/main" id="{2CF28AAC-150F-4C44-AB68-8A18F323EDA6}"/>
                </a:ext>
              </a:extLst>
            </p:cNvPr>
            <p:cNvSpPr/>
            <p:nvPr/>
          </p:nvSpPr>
          <p:spPr>
            <a:xfrm>
              <a:off x="445406" y="800588"/>
              <a:ext cx="69503" cy="31175"/>
            </a:xfrm>
            <a:prstGeom prst="parallelogram">
              <a:avLst>
                <a:gd name="adj" fmla="val 74000"/>
              </a:avLst>
            </a:prstGeom>
            <a:solidFill>
              <a:srgbClr val="00B0F0">
                <a:alpha val="20000"/>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6" name="平行四边形 15">
              <a:extLst>
                <a:ext uri="{FF2B5EF4-FFF2-40B4-BE49-F238E27FC236}">
                  <a16:creationId xmlns:a16="http://schemas.microsoft.com/office/drawing/2014/main" id="{FB90FD3E-4D21-4144-86B7-2799A3ECFE60}"/>
                </a:ext>
              </a:extLst>
            </p:cNvPr>
            <p:cNvSpPr/>
            <p:nvPr/>
          </p:nvSpPr>
          <p:spPr>
            <a:xfrm>
              <a:off x="376350" y="800588"/>
              <a:ext cx="69503" cy="31175"/>
            </a:xfrm>
            <a:prstGeom prst="parallelogram">
              <a:avLst>
                <a:gd name="adj" fmla="val 74000"/>
              </a:avLst>
            </a:prstGeom>
            <a:solidFill>
              <a:srgbClr val="00B0F0">
                <a:alpha val="10000"/>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grpSp>
      <p:sp>
        <p:nvSpPr>
          <p:cNvPr id="39" name="矩形 38">
            <a:extLst>
              <a:ext uri="{FF2B5EF4-FFF2-40B4-BE49-F238E27FC236}">
                <a16:creationId xmlns:a16="http://schemas.microsoft.com/office/drawing/2014/main" id="{CB99A49D-05B0-4B51-9327-2FB7749B9427}"/>
              </a:ext>
            </a:extLst>
          </p:cNvPr>
          <p:cNvSpPr/>
          <p:nvPr/>
        </p:nvSpPr>
        <p:spPr>
          <a:xfrm>
            <a:off x="11715750" y="6429539"/>
            <a:ext cx="476250" cy="428461"/>
          </a:xfrm>
          <a:prstGeom prst="rect">
            <a:avLst/>
          </a:prstGeom>
          <a:solidFill>
            <a:srgbClr val="0044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latin typeface="微软雅黑" panose="020B0503020204020204" pitchFamily="34" charset="-122"/>
                <a:ea typeface="微软雅黑" panose="020B0503020204020204" pitchFamily="34" charset="-122"/>
                <a:cs typeface="Times New Roman" panose="02020603050405020304" pitchFamily="18" charset="0"/>
              </a:rPr>
              <a:t>5</a:t>
            </a:r>
            <a:endParaRPr kumimoji="1" lang="zh-CN" altLang="en-US" b="1" dirty="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49" name="组合 48">
            <a:extLst>
              <a:ext uri="{FF2B5EF4-FFF2-40B4-BE49-F238E27FC236}">
                <a16:creationId xmlns:a16="http://schemas.microsoft.com/office/drawing/2014/main" id="{FA97CF2F-7BCD-02AD-EDC9-FED9973CC9E1}"/>
              </a:ext>
            </a:extLst>
          </p:cNvPr>
          <p:cNvGrpSpPr/>
          <p:nvPr/>
        </p:nvGrpSpPr>
        <p:grpSpPr>
          <a:xfrm>
            <a:off x="276467" y="1489264"/>
            <a:ext cx="3255011" cy="1629741"/>
            <a:chOff x="276467" y="1489264"/>
            <a:chExt cx="3255011" cy="1629741"/>
          </a:xfrm>
        </p:grpSpPr>
        <p:sp>
          <p:nvSpPr>
            <p:cNvPr id="48" name="矩形: 圆角 47">
              <a:extLst>
                <a:ext uri="{FF2B5EF4-FFF2-40B4-BE49-F238E27FC236}">
                  <a16:creationId xmlns:a16="http://schemas.microsoft.com/office/drawing/2014/main" id="{5DB8FEC0-00EF-2DA9-26A4-53082F1B67A2}"/>
                </a:ext>
              </a:extLst>
            </p:cNvPr>
            <p:cNvSpPr/>
            <p:nvPr/>
          </p:nvSpPr>
          <p:spPr>
            <a:xfrm>
              <a:off x="276467" y="1489264"/>
              <a:ext cx="3255011" cy="1629741"/>
            </a:xfrm>
            <a:prstGeom prst="roundRect">
              <a:avLst/>
            </a:prstGeom>
            <a:solidFill>
              <a:srgbClr val="0070C0"/>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4" name="işļïde">
              <a:extLst>
                <a:ext uri="{FF2B5EF4-FFF2-40B4-BE49-F238E27FC236}">
                  <a16:creationId xmlns:a16="http://schemas.microsoft.com/office/drawing/2014/main" id="{5C98A11A-F1FF-5940-F312-DE81DF04DEC2}"/>
                </a:ext>
              </a:extLst>
            </p:cNvPr>
            <p:cNvSpPr txBox="1">
              <a:spLocks noChangeArrowheads="1"/>
            </p:cNvSpPr>
            <p:nvPr/>
          </p:nvSpPr>
          <p:spPr bwMode="auto">
            <a:xfrm>
              <a:off x="449811" y="1567125"/>
              <a:ext cx="2991406" cy="1346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fontAlgn="base" hangingPunct="1">
                <a:lnSpc>
                  <a:spcPct val="150000"/>
                </a:lnSpc>
                <a:spcBef>
                  <a:spcPct val="0"/>
                </a:spcBef>
                <a:spcAft>
                  <a:spcPct val="0"/>
                </a:spcAft>
                <a:buSzPct val="25000"/>
              </a:pPr>
              <a:r>
                <a:rPr lang="zh-CN" altLang="en-US" sz="2000" b="1" dirty="0">
                  <a:solidFill>
                    <a:schemeClr val="bg1"/>
                  </a:solidFill>
                  <a:latin typeface="微软雅黑" panose="020B0503020204020204" pitchFamily="34" charset="-122"/>
                  <a:ea typeface="微软雅黑" panose="020B0503020204020204" pitchFamily="34" charset="-122"/>
                </a:rPr>
                <a:t>观察水流流淌的两种现象，直观领略水流流动的缓急程度。</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grpSp>
      <p:sp>
        <p:nvSpPr>
          <p:cNvPr id="5" name="ï$lîḓé">
            <a:extLst>
              <a:ext uri="{FF2B5EF4-FFF2-40B4-BE49-F238E27FC236}">
                <a16:creationId xmlns:a16="http://schemas.microsoft.com/office/drawing/2014/main" id="{3EB0F279-5ED4-F984-1A39-3D374B2979F6}"/>
              </a:ext>
            </a:extLst>
          </p:cNvPr>
          <p:cNvSpPr/>
          <p:nvPr/>
        </p:nvSpPr>
        <p:spPr bwMode="auto">
          <a:xfrm>
            <a:off x="1048341" y="3857624"/>
            <a:ext cx="10373703" cy="216222"/>
          </a:xfrm>
          <a:prstGeom prst="rect">
            <a:avLst/>
          </a:prstGeom>
          <a:solidFill>
            <a:srgbClr val="000000">
              <a:alpha val="70000"/>
            </a:srgbClr>
          </a:solidFill>
          <a:ln>
            <a:noFill/>
          </a:ln>
        </p:spPr>
        <p:txBody>
          <a:bodyPr anchor="ctr">
            <a:normAutofit fontScale="62500" lnSpcReduction="20000"/>
          </a:bodyPr>
          <a:lstStyle/>
          <a:p>
            <a:pPr marL="0" marR="0" lvl="0" indent="0" algn="ctr" defTabSz="914400" eaLnBrk="0" fontAlgn="base" latinLnBrk="0" hangingPunct="0">
              <a:lnSpc>
                <a:spcPct val="100000"/>
              </a:lnSpc>
              <a:spcBef>
                <a:spcPct val="0"/>
              </a:spcBef>
              <a:spcAft>
                <a:spcPct val="0"/>
              </a:spcAft>
              <a:buClrTx/>
              <a:buSzPct val="25000"/>
              <a:buFontTx/>
              <a:buNone/>
              <a:tabLst/>
              <a:defRPr/>
            </a:pPr>
            <a:endParaRPr kumimoji="0" lang="zh-CN" altLang="en-US" sz="16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grpSp>
        <p:nvGrpSpPr>
          <p:cNvPr id="6" name="ísḻïdé">
            <a:extLst>
              <a:ext uri="{FF2B5EF4-FFF2-40B4-BE49-F238E27FC236}">
                <a16:creationId xmlns:a16="http://schemas.microsoft.com/office/drawing/2014/main" id="{C5F622C7-3F6F-4F5D-3694-A9DB39F49BD0}"/>
              </a:ext>
            </a:extLst>
          </p:cNvPr>
          <p:cNvGrpSpPr>
            <a:grpSpLocks/>
          </p:cNvGrpSpPr>
          <p:nvPr/>
        </p:nvGrpSpPr>
        <p:grpSpPr bwMode="auto">
          <a:xfrm>
            <a:off x="3239727" y="3568732"/>
            <a:ext cx="657227" cy="685800"/>
            <a:chOff x="3842406" y="2431331"/>
            <a:chExt cx="1020313" cy="798645"/>
          </a:xfrm>
        </p:grpSpPr>
        <p:sp>
          <p:nvSpPr>
            <p:cNvPr id="14" name="ïṡḷíďê">
              <a:extLst>
                <a:ext uri="{FF2B5EF4-FFF2-40B4-BE49-F238E27FC236}">
                  <a16:creationId xmlns:a16="http://schemas.microsoft.com/office/drawing/2014/main" id="{452A4B69-DED0-B918-FB10-FD9183C404F9}"/>
                </a:ext>
              </a:extLst>
            </p:cNvPr>
            <p:cNvSpPr/>
            <p:nvPr/>
          </p:nvSpPr>
          <p:spPr bwMode="auto">
            <a:xfrm>
              <a:off x="3842406" y="2431331"/>
              <a:ext cx="1020310" cy="798645"/>
            </a:xfrm>
            <a:prstGeom prst="ellipse">
              <a:avLst/>
            </a:prstGeom>
            <a:solidFill>
              <a:srgbClr val="BBE0E3"/>
            </a:solidFill>
            <a:ln w="57150" cap="flat">
              <a:solidFill>
                <a:srgbClr val="FFFFFF"/>
              </a:solidFill>
              <a:prstDash val="solid"/>
              <a:miter lim="800000"/>
              <a:headEnd/>
              <a:tailEnd/>
            </a:ln>
          </p:spPr>
          <p:txBody>
            <a:bodyPr lIns="68580" tIns="34290" rIns="68580" bIns="34290"/>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35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3" name="í$ḻiḑè">
              <a:extLst>
                <a:ext uri="{FF2B5EF4-FFF2-40B4-BE49-F238E27FC236}">
                  <a16:creationId xmlns:a16="http://schemas.microsoft.com/office/drawing/2014/main" id="{FECF4761-D5A7-B347-05B7-8FC5F3B8E81A}"/>
                </a:ext>
              </a:extLst>
            </p:cNvPr>
            <p:cNvSpPr>
              <a:spLocks/>
            </p:cNvSpPr>
            <p:nvPr/>
          </p:nvSpPr>
          <p:spPr bwMode="auto">
            <a:xfrm>
              <a:off x="4178860" y="2689960"/>
              <a:ext cx="347401" cy="314846"/>
            </a:xfrm>
            <a:custGeom>
              <a:avLst/>
              <a:gdLst>
                <a:gd name="T0" fmla="*/ 4643 w 622984"/>
                <a:gd name="T1" fmla="*/ 4608 h 564606"/>
                <a:gd name="T2" fmla="*/ 4432 w 622984"/>
                <a:gd name="T3" fmla="*/ 4824 h 564606"/>
                <a:gd name="T4" fmla="*/ 4643 w 622984"/>
                <a:gd name="T5" fmla="*/ 5005 h 564606"/>
                <a:gd name="T6" fmla="*/ 4857 w 622984"/>
                <a:gd name="T7" fmla="*/ 4824 h 564606"/>
                <a:gd name="T8" fmla="*/ 4643 w 622984"/>
                <a:gd name="T9" fmla="*/ 4608 h 564606"/>
                <a:gd name="T10" fmla="*/ 2335 w 622984"/>
                <a:gd name="T11" fmla="*/ 3292 h 564606"/>
                <a:gd name="T12" fmla="*/ 2550 w 622984"/>
                <a:gd name="T13" fmla="*/ 3503 h 564606"/>
                <a:gd name="T14" fmla="*/ 1604 w 622984"/>
                <a:gd name="T15" fmla="*/ 4443 h 564606"/>
                <a:gd name="T16" fmla="*/ 1663 w 622984"/>
                <a:gd name="T17" fmla="*/ 4504 h 564606"/>
                <a:gd name="T18" fmla="*/ 1451 w 622984"/>
                <a:gd name="T19" fmla="*/ 4777 h 564606"/>
                <a:gd name="T20" fmla="*/ 687 w 622984"/>
                <a:gd name="T21" fmla="*/ 5263 h 564606"/>
                <a:gd name="T22" fmla="*/ 563 w 622984"/>
                <a:gd name="T23" fmla="*/ 5143 h 564606"/>
                <a:gd name="T24" fmla="*/ 1053 w 622984"/>
                <a:gd name="T25" fmla="*/ 4385 h 564606"/>
                <a:gd name="T26" fmla="*/ 1327 w 622984"/>
                <a:gd name="T27" fmla="*/ 4170 h 564606"/>
                <a:gd name="T28" fmla="*/ 1389 w 622984"/>
                <a:gd name="T29" fmla="*/ 4232 h 564606"/>
                <a:gd name="T30" fmla="*/ 1143 w 622984"/>
                <a:gd name="T31" fmla="*/ 141 h 564606"/>
                <a:gd name="T32" fmla="*/ 1970 w 622984"/>
                <a:gd name="T33" fmla="*/ 491 h 564606"/>
                <a:gd name="T34" fmla="*/ 2272 w 622984"/>
                <a:gd name="T35" fmla="*/ 1622 h 564606"/>
                <a:gd name="T36" fmla="*/ 4977 w 622984"/>
                <a:gd name="T37" fmla="*/ 4335 h 564606"/>
                <a:gd name="T38" fmla="*/ 4977 w 622984"/>
                <a:gd name="T39" fmla="*/ 5097 h 564606"/>
                <a:gd name="T40" fmla="*/ 4614 w 622984"/>
                <a:gd name="T41" fmla="*/ 5279 h 564606"/>
                <a:gd name="T42" fmla="*/ 4217 w 622984"/>
                <a:gd name="T43" fmla="*/ 5097 h 564606"/>
                <a:gd name="T44" fmla="*/ 1512 w 622984"/>
                <a:gd name="T45" fmla="*/ 2413 h 564606"/>
                <a:gd name="T46" fmla="*/ 326 w 622984"/>
                <a:gd name="T47" fmla="*/ 2110 h 564606"/>
                <a:gd name="T48" fmla="*/ 54 w 622984"/>
                <a:gd name="T49" fmla="*/ 980 h 564606"/>
                <a:gd name="T50" fmla="*/ 694 w 622984"/>
                <a:gd name="T51" fmla="*/ 1651 h 564606"/>
                <a:gd name="T52" fmla="*/ 1330 w 622984"/>
                <a:gd name="T53" fmla="*/ 1468 h 564606"/>
                <a:gd name="T54" fmla="*/ 1512 w 622984"/>
                <a:gd name="T55" fmla="*/ 826 h 564606"/>
                <a:gd name="T56" fmla="*/ 843 w 622984"/>
                <a:gd name="T57" fmla="*/ 188 h 564606"/>
                <a:gd name="T58" fmla="*/ 1143 w 622984"/>
                <a:gd name="T59" fmla="*/ 141 h 564606"/>
                <a:gd name="T60" fmla="*/ 4973 w 622984"/>
                <a:gd name="T61" fmla="*/ 0 h 564606"/>
                <a:gd name="T62" fmla="*/ 5825 w 622984"/>
                <a:gd name="T63" fmla="*/ 820 h 564606"/>
                <a:gd name="T64" fmla="*/ 4332 w 622984"/>
                <a:gd name="T65" fmla="*/ 2314 h 564606"/>
                <a:gd name="T66" fmla="*/ 3968 w 622984"/>
                <a:gd name="T67" fmla="*/ 2405 h 564606"/>
                <a:gd name="T68" fmla="*/ 3389 w 622984"/>
                <a:gd name="T69" fmla="*/ 1858 h 564606"/>
                <a:gd name="T70" fmla="*/ 3509 w 622984"/>
                <a:gd name="T71" fmla="*/ 1491 h 564606"/>
                <a:gd name="T72" fmla="*/ 4973 w 622984"/>
                <a:gd name="T73" fmla="*/ 0 h 56460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622984"/>
                <a:gd name="T112" fmla="*/ 0 h 564606"/>
                <a:gd name="T113" fmla="*/ 622984 w 622984"/>
                <a:gd name="T114" fmla="*/ 564606 h 56460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622984" h="564606">
                  <a:moveTo>
                    <a:pt x="496512" y="492841"/>
                  </a:moveTo>
                  <a:cubicBezTo>
                    <a:pt x="483678" y="492841"/>
                    <a:pt x="473955" y="502592"/>
                    <a:pt x="473955" y="515853"/>
                  </a:cubicBezTo>
                  <a:cubicBezTo>
                    <a:pt x="473955" y="525604"/>
                    <a:pt x="483678" y="535354"/>
                    <a:pt x="496512" y="535354"/>
                  </a:cubicBezTo>
                  <a:cubicBezTo>
                    <a:pt x="509734" y="535354"/>
                    <a:pt x="519457" y="525604"/>
                    <a:pt x="519457" y="515853"/>
                  </a:cubicBezTo>
                  <a:cubicBezTo>
                    <a:pt x="519457" y="502592"/>
                    <a:pt x="509734" y="492841"/>
                    <a:pt x="496512" y="492841"/>
                  </a:cubicBezTo>
                  <a:close/>
                  <a:moveTo>
                    <a:pt x="249694" y="352049"/>
                  </a:moveTo>
                  <a:lnTo>
                    <a:pt x="272741" y="374570"/>
                  </a:lnTo>
                  <a:lnTo>
                    <a:pt x="171569" y="475137"/>
                  </a:lnTo>
                  <a:lnTo>
                    <a:pt x="177819" y="481738"/>
                  </a:lnTo>
                  <a:lnTo>
                    <a:pt x="155163" y="510860"/>
                  </a:lnTo>
                  <a:lnTo>
                    <a:pt x="73522" y="562891"/>
                  </a:lnTo>
                  <a:lnTo>
                    <a:pt x="60241" y="550077"/>
                  </a:lnTo>
                  <a:lnTo>
                    <a:pt x="112585" y="468925"/>
                  </a:lnTo>
                  <a:lnTo>
                    <a:pt x="141882" y="446015"/>
                  </a:lnTo>
                  <a:lnTo>
                    <a:pt x="148522" y="452616"/>
                  </a:lnTo>
                  <a:lnTo>
                    <a:pt x="249694" y="352049"/>
                  </a:lnTo>
                  <a:close/>
                  <a:moveTo>
                    <a:pt x="122234" y="15041"/>
                  </a:moveTo>
                  <a:cubicBezTo>
                    <a:pt x="154446" y="14694"/>
                    <a:pt x="186166" y="28223"/>
                    <a:pt x="210667" y="52502"/>
                  </a:cubicBezTo>
                  <a:cubicBezTo>
                    <a:pt x="242946" y="85264"/>
                    <a:pt x="256169" y="130897"/>
                    <a:pt x="242946" y="173410"/>
                  </a:cubicBezTo>
                  <a:lnTo>
                    <a:pt x="532291" y="463589"/>
                  </a:lnTo>
                  <a:cubicBezTo>
                    <a:pt x="555236" y="486211"/>
                    <a:pt x="555236" y="522093"/>
                    <a:pt x="532291" y="545105"/>
                  </a:cubicBezTo>
                  <a:cubicBezTo>
                    <a:pt x="522568" y="557976"/>
                    <a:pt x="506234" y="564606"/>
                    <a:pt x="493400" y="564606"/>
                  </a:cubicBezTo>
                  <a:cubicBezTo>
                    <a:pt x="477066" y="564606"/>
                    <a:pt x="460733" y="557976"/>
                    <a:pt x="451010" y="545105"/>
                  </a:cubicBezTo>
                  <a:cubicBezTo>
                    <a:pt x="451010" y="545105"/>
                    <a:pt x="451010" y="545105"/>
                    <a:pt x="161665" y="258046"/>
                  </a:cubicBezTo>
                  <a:cubicBezTo>
                    <a:pt x="119275" y="270917"/>
                    <a:pt x="70662" y="261556"/>
                    <a:pt x="34882" y="225674"/>
                  </a:cubicBezTo>
                  <a:cubicBezTo>
                    <a:pt x="2215" y="192911"/>
                    <a:pt x="-7508" y="147278"/>
                    <a:pt x="5715" y="104766"/>
                  </a:cubicBezTo>
                  <a:cubicBezTo>
                    <a:pt x="5715" y="104766"/>
                    <a:pt x="5715" y="104766"/>
                    <a:pt x="74162" y="176530"/>
                  </a:cubicBezTo>
                  <a:cubicBezTo>
                    <a:pt x="74162" y="176530"/>
                    <a:pt x="74162" y="176530"/>
                    <a:pt x="142220" y="157029"/>
                  </a:cubicBezTo>
                  <a:cubicBezTo>
                    <a:pt x="142220" y="157029"/>
                    <a:pt x="142220" y="157029"/>
                    <a:pt x="161665" y="88385"/>
                  </a:cubicBezTo>
                  <a:cubicBezTo>
                    <a:pt x="161665" y="88385"/>
                    <a:pt x="161665" y="88385"/>
                    <a:pt x="90107" y="20130"/>
                  </a:cubicBezTo>
                  <a:cubicBezTo>
                    <a:pt x="100704" y="16815"/>
                    <a:pt x="111497" y="15157"/>
                    <a:pt x="122234" y="15041"/>
                  </a:cubicBezTo>
                  <a:close/>
                  <a:moveTo>
                    <a:pt x="531841" y="0"/>
                  </a:moveTo>
                  <a:cubicBezTo>
                    <a:pt x="531841" y="0"/>
                    <a:pt x="531841" y="0"/>
                    <a:pt x="622984" y="87684"/>
                  </a:cubicBezTo>
                  <a:cubicBezTo>
                    <a:pt x="622984" y="87684"/>
                    <a:pt x="622984" y="87684"/>
                    <a:pt x="463289" y="247465"/>
                  </a:cubicBezTo>
                  <a:cubicBezTo>
                    <a:pt x="450436" y="247465"/>
                    <a:pt x="434077" y="250582"/>
                    <a:pt x="424339" y="257207"/>
                  </a:cubicBezTo>
                  <a:lnTo>
                    <a:pt x="362409" y="198751"/>
                  </a:lnTo>
                  <a:cubicBezTo>
                    <a:pt x="372147" y="189009"/>
                    <a:pt x="375263" y="172641"/>
                    <a:pt x="375263" y="159391"/>
                  </a:cubicBezTo>
                  <a:cubicBezTo>
                    <a:pt x="375263" y="159391"/>
                    <a:pt x="375263" y="159391"/>
                    <a:pt x="531841" y="0"/>
                  </a:cubicBezTo>
                  <a:close/>
                </a:path>
              </a:pathLst>
            </a:cu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grpSp>
        <p:nvGrpSpPr>
          <p:cNvPr id="24" name="îśḷïďè">
            <a:extLst>
              <a:ext uri="{FF2B5EF4-FFF2-40B4-BE49-F238E27FC236}">
                <a16:creationId xmlns:a16="http://schemas.microsoft.com/office/drawing/2014/main" id="{8959811B-8B57-02EE-179D-7846709FC674}"/>
              </a:ext>
            </a:extLst>
          </p:cNvPr>
          <p:cNvGrpSpPr>
            <a:grpSpLocks/>
          </p:cNvGrpSpPr>
          <p:nvPr/>
        </p:nvGrpSpPr>
        <p:grpSpPr bwMode="auto">
          <a:xfrm>
            <a:off x="8815386" y="3617425"/>
            <a:ext cx="657227" cy="685800"/>
            <a:chOff x="3842408" y="2431331"/>
            <a:chExt cx="1020313" cy="798645"/>
          </a:xfrm>
        </p:grpSpPr>
        <p:sp>
          <p:nvSpPr>
            <p:cNvPr id="25" name="ïṥḻïdê">
              <a:extLst>
                <a:ext uri="{FF2B5EF4-FFF2-40B4-BE49-F238E27FC236}">
                  <a16:creationId xmlns:a16="http://schemas.microsoft.com/office/drawing/2014/main" id="{CE783538-0199-54D6-2E51-1CA047685B99}"/>
                </a:ext>
              </a:extLst>
            </p:cNvPr>
            <p:cNvSpPr/>
            <p:nvPr/>
          </p:nvSpPr>
          <p:spPr bwMode="auto">
            <a:xfrm>
              <a:off x="3842405" y="2431331"/>
              <a:ext cx="1020310" cy="798645"/>
            </a:xfrm>
            <a:prstGeom prst="ellipse">
              <a:avLst/>
            </a:prstGeom>
            <a:solidFill>
              <a:srgbClr val="BBE0E3"/>
            </a:solidFill>
            <a:ln w="57150" cap="flat">
              <a:solidFill>
                <a:srgbClr val="FFFFFF"/>
              </a:solidFill>
              <a:prstDash val="solid"/>
              <a:miter lim="800000"/>
              <a:headEnd/>
              <a:tailEnd/>
            </a:ln>
          </p:spPr>
          <p:txBody>
            <a:bodyPr lIns="68580" tIns="34290" rIns="68580" bIns="34290"/>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35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6" name="íšlïḍé">
              <a:extLst>
                <a:ext uri="{FF2B5EF4-FFF2-40B4-BE49-F238E27FC236}">
                  <a16:creationId xmlns:a16="http://schemas.microsoft.com/office/drawing/2014/main" id="{350EDF13-C837-A776-DB7D-B11709C6803A}"/>
                </a:ext>
              </a:extLst>
            </p:cNvPr>
            <p:cNvSpPr>
              <a:spLocks/>
            </p:cNvSpPr>
            <p:nvPr/>
          </p:nvSpPr>
          <p:spPr bwMode="auto">
            <a:xfrm>
              <a:off x="4178860" y="2689960"/>
              <a:ext cx="347401" cy="314846"/>
            </a:xfrm>
            <a:custGeom>
              <a:avLst/>
              <a:gdLst>
                <a:gd name="T0" fmla="*/ 4643 w 622984"/>
                <a:gd name="T1" fmla="*/ 4608 h 564606"/>
                <a:gd name="T2" fmla="*/ 4432 w 622984"/>
                <a:gd name="T3" fmla="*/ 4824 h 564606"/>
                <a:gd name="T4" fmla="*/ 4643 w 622984"/>
                <a:gd name="T5" fmla="*/ 5005 h 564606"/>
                <a:gd name="T6" fmla="*/ 4857 w 622984"/>
                <a:gd name="T7" fmla="*/ 4824 h 564606"/>
                <a:gd name="T8" fmla="*/ 4643 w 622984"/>
                <a:gd name="T9" fmla="*/ 4608 h 564606"/>
                <a:gd name="T10" fmla="*/ 2335 w 622984"/>
                <a:gd name="T11" fmla="*/ 3292 h 564606"/>
                <a:gd name="T12" fmla="*/ 2550 w 622984"/>
                <a:gd name="T13" fmla="*/ 3503 h 564606"/>
                <a:gd name="T14" fmla="*/ 1604 w 622984"/>
                <a:gd name="T15" fmla="*/ 4443 h 564606"/>
                <a:gd name="T16" fmla="*/ 1663 w 622984"/>
                <a:gd name="T17" fmla="*/ 4504 h 564606"/>
                <a:gd name="T18" fmla="*/ 1451 w 622984"/>
                <a:gd name="T19" fmla="*/ 4777 h 564606"/>
                <a:gd name="T20" fmla="*/ 687 w 622984"/>
                <a:gd name="T21" fmla="*/ 5263 h 564606"/>
                <a:gd name="T22" fmla="*/ 563 w 622984"/>
                <a:gd name="T23" fmla="*/ 5143 h 564606"/>
                <a:gd name="T24" fmla="*/ 1053 w 622984"/>
                <a:gd name="T25" fmla="*/ 4385 h 564606"/>
                <a:gd name="T26" fmla="*/ 1327 w 622984"/>
                <a:gd name="T27" fmla="*/ 4170 h 564606"/>
                <a:gd name="T28" fmla="*/ 1389 w 622984"/>
                <a:gd name="T29" fmla="*/ 4232 h 564606"/>
                <a:gd name="T30" fmla="*/ 1143 w 622984"/>
                <a:gd name="T31" fmla="*/ 141 h 564606"/>
                <a:gd name="T32" fmla="*/ 1970 w 622984"/>
                <a:gd name="T33" fmla="*/ 491 h 564606"/>
                <a:gd name="T34" fmla="*/ 2272 w 622984"/>
                <a:gd name="T35" fmla="*/ 1622 h 564606"/>
                <a:gd name="T36" fmla="*/ 4977 w 622984"/>
                <a:gd name="T37" fmla="*/ 4335 h 564606"/>
                <a:gd name="T38" fmla="*/ 4977 w 622984"/>
                <a:gd name="T39" fmla="*/ 5097 h 564606"/>
                <a:gd name="T40" fmla="*/ 4614 w 622984"/>
                <a:gd name="T41" fmla="*/ 5279 h 564606"/>
                <a:gd name="T42" fmla="*/ 4217 w 622984"/>
                <a:gd name="T43" fmla="*/ 5097 h 564606"/>
                <a:gd name="T44" fmla="*/ 1512 w 622984"/>
                <a:gd name="T45" fmla="*/ 2413 h 564606"/>
                <a:gd name="T46" fmla="*/ 326 w 622984"/>
                <a:gd name="T47" fmla="*/ 2110 h 564606"/>
                <a:gd name="T48" fmla="*/ 54 w 622984"/>
                <a:gd name="T49" fmla="*/ 980 h 564606"/>
                <a:gd name="T50" fmla="*/ 694 w 622984"/>
                <a:gd name="T51" fmla="*/ 1651 h 564606"/>
                <a:gd name="T52" fmla="*/ 1330 w 622984"/>
                <a:gd name="T53" fmla="*/ 1468 h 564606"/>
                <a:gd name="T54" fmla="*/ 1512 w 622984"/>
                <a:gd name="T55" fmla="*/ 826 h 564606"/>
                <a:gd name="T56" fmla="*/ 843 w 622984"/>
                <a:gd name="T57" fmla="*/ 188 h 564606"/>
                <a:gd name="T58" fmla="*/ 1143 w 622984"/>
                <a:gd name="T59" fmla="*/ 141 h 564606"/>
                <a:gd name="T60" fmla="*/ 4973 w 622984"/>
                <a:gd name="T61" fmla="*/ 0 h 564606"/>
                <a:gd name="T62" fmla="*/ 5825 w 622984"/>
                <a:gd name="T63" fmla="*/ 820 h 564606"/>
                <a:gd name="T64" fmla="*/ 4332 w 622984"/>
                <a:gd name="T65" fmla="*/ 2314 h 564606"/>
                <a:gd name="T66" fmla="*/ 3968 w 622984"/>
                <a:gd name="T67" fmla="*/ 2405 h 564606"/>
                <a:gd name="T68" fmla="*/ 3389 w 622984"/>
                <a:gd name="T69" fmla="*/ 1858 h 564606"/>
                <a:gd name="T70" fmla="*/ 3509 w 622984"/>
                <a:gd name="T71" fmla="*/ 1491 h 564606"/>
                <a:gd name="T72" fmla="*/ 4973 w 622984"/>
                <a:gd name="T73" fmla="*/ 0 h 56460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622984"/>
                <a:gd name="T112" fmla="*/ 0 h 564606"/>
                <a:gd name="T113" fmla="*/ 622984 w 622984"/>
                <a:gd name="T114" fmla="*/ 564606 h 56460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622984" h="564606">
                  <a:moveTo>
                    <a:pt x="496512" y="492841"/>
                  </a:moveTo>
                  <a:cubicBezTo>
                    <a:pt x="483678" y="492841"/>
                    <a:pt x="473955" y="502592"/>
                    <a:pt x="473955" y="515853"/>
                  </a:cubicBezTo>
                  <a:cubicBezTo>
                    <a:pt x="473955" y="525604"/>
                    <a:pt x="483678" y="535354"/>
                    <a:pt x="496512" y="535354"/>
                  </a:cubicBezTo>
                  <a:cubicBezTo>
                    <a:pt x="509734" y="535354"/>
                    <a:pt x="519457" y="525604"/>
                    <a:pt x="519457" y="515853"/>
                  </a:cubicBezTo>
                  <a:cubicBezTo>
                    <a:pt x="519457" y="502592"/>
                    <a:pt x="509734" y="492841"/>
                    <a:pt x="496512" y="492841"/>
                  </a:cubicBezTo>
                  <a:close/>
                  <a:moveTo>
                    <a:pt x="249694" y="352049"/>
                  </a:moveTo>
                  <a:lnTo>
                    <a:pt x="272741" y="374570"/>
                  </a:lnTo>
                  <a:lnTo>
                    <a:pt x="171569" y="475137"/>
                  </a:lnTo>
                  <a:lnTo>
                    <a:pt x="177819" y="481738"/>
                  </a:lnTo>
                  <a:lnTo>
                    <a:pt x="155163" y="510860"/>
                  </a:lnTo>
                  <a:lnTo>
                    <a:pt x="73522" y="562891"/>
                  </a:lnTo>
                  <a:lnTo>
                    <a:pt x="60241" y="550077"/>
                  </a:lnTo>
                  <a:lnTo>
                    <a:pt x="112585" y="468925"/>
                  </a:lnTo>
                  <a:lnTo>
                    <a:pt x="141882" y="446015"/>
                  </a:lnTo>
                  <a:lnTo>
                    <a:pt x="148522" y="452616"/>
                  </a:lnTo>
                  <a:lnTo>
                    <a:pt x="249694" y="352049"/>
                  </a:lnTo>
                  <a:close/>
                  <a:moveTo>
                    <a:pt x="122234" y="15041"/>
                  </a:moveTo>
                  <a:cubicBezTo>
                    <a:pt x="154446" y="14694"/>
                    <a:pt x="186166" y="28223"/>
                    <a:pt x="210667" y="52502"/>
                  </a:cubicBezTo>
                  <a:cubicBezTo>
                    <a:pt x="242946" y="85264"/>
                    <a:pt x="256169" y="130897"/>
                    <a:pt x="242946" y="173410"/>
                  </a:cubicBezTo>
                  <a:lnTo>
                    <a:pt x="532291" y="463589"/>
                  </a:lnTo>
                  <a:cubicBezTo>
                    <a:pt x="555236" y="486211"/>
                    <a:pt x="555236" y="522093"/>
                    <a:pt x="532291" y="545105"/>
                  </a:cubicBezTo>
                  <a:cubicBezTo>
                    <a:pt x="522568" y="557976"/>
                    <a:pt x="506234" y="564606"/>
                    <a:pt x="493400" y="564606"/>
                  </a:cubicBezTo>
                  <a:cubicBezTo>
                    <a:pt x="477066" y="564606"/>
                    <a:pt x="460733" y="557976"/>
                    <a:pt x="451010" y="545105"/>
                  </a:cubicBezTo>
                  <a:cubicBezTo>
                    <a:pt x="451010" y="545105"/>
                    <a:pt x="451010" y="545105"/>
                    <a:pt x="161665" y="258046"/>
                  </a:cubicBezTo>
                  <a:cubicBezTo>
                    <a:pt x="119275" y="270917"/>
                    <a:pt x="70662" y="261556"/>
                    <a:pt x="34882" y="225674"/>
                  </a:cubicBezTo>
                  <a:cubicBezTo>
                    <a:pt x="2215" y="192911"/>
                    <a:pt x="-7508" y="147278"/>
                    <a:pt x="5715" y="104766"/>
                  </a:cubicBezTo>
                  <a:cubicBezTo>
                    <a:pt x="5715" y="104766"/>
                    <a:pt x="5715" y="104766"/>
                    <a:pt x="74162" y="176530"/>
                  </a:cubicBezTo>
                  <a:cubicBezTo>
                    <a:pt x="74162" y="176530"/>
                    <a:pt x="74162" y="176530"/>
                    <a:pt x="142220" y="157029"/>
                  </a:cubicBezTo>
                  <a:cubicBezTo>
                    <a:pt x="142220" y="157029"/>
                    <a:pt x="142220" y="157029"/>
                    <a:pt x="161665" y="88385"/>
                  </a:cubicBezTo>
                  <a:cubicBezTo>
                    <a:pt x="161665" y="88385"/>
                    <a:pt x="161665" y="88385"/>
                    <a:pt x="90107" y="20130"/>
                  </a:cubicBezTo>
                  <a:cubicBezTo>
                    <a:pt x="100704" y="16815"/>
                    <a:pt x="111497" y="15157"/>
                    <a:pt x="122234" y="15041"/>
                  </a:cubicBezTo>
                  <a:close/>
                  <a:moveTo>
                    <a:pt x="531841" y="0"/>
                  </a:moveTo>
                  <a:cubicBezTo>
                    <a:pt x="531841" y="0"/>
                    <a:pt x="531841" y="0"/>
                    <a:pt x="622984" y="87684"/>
                  </a:cubicBezTo>
                  <a:cubicBezTo>
                    <a:pt x="622984" y="87684"/>
                    <a:pt x="622984" y="87684"/>
                    <a:pt x="463289" y="247465"/>
                  </a:cubicBezTo>
                  <a:cubicBezTo>
                    <a:pt x="450436" y="247465"/>
                    <a:pt x="434077" y="250582"/>
                    <a:pt x="424339" y="257207"/>
                  </a:cubicBezTo>
                  <a:lnTo>
                    <a:pt x="362409" y="198751"/>
                  </a:lnTo>
                  <a:cubicBezTo>
                    <a:pt x="372147" y="189009"/>
                    <a:pt x="375263" y="172641"/>
                    <a:pt x="375263" y="159391"/>
                  </a:cubicBezTo>
                  <a:cubicBezTo>
                    <a:pt x="375263" y="159391"/>
                    <a:pt x="375263" y="159391"/>
                    <a:pt x="531841" y="0"/>
                  </a:cubicBezTo>
                  <a:close/>
                </a:path>
              </a:pathLst>
            </a:cu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sp>
        <p:nvSpPr>
          <p:cNvPr id="27" name="ïsľíďê">
            <a:extLst>
              <a:ext uri="{FF2B5EF4-FFF2-40B4-BE49-F238E27FC236}">
                <a16:creationId xmlns:a16="http://schemas.microsoft.com/office/drawing/2014/main" id="{6AEE49E5-D9B5-B43D-0CD2-7F55BE29FF7F}"/>
              </a:ext>
            </a:extLst>
          </p:cNvPr>
          <p:cNvSpPr/>
          <p:nvPr/>
        </p:nvSpPr>
        <p:spPr bwMode="auto">
          <a:xfrm>
            <a:off x="7812909" y="3408544"/>
            <a:ext cx="1219200" cy="358775"/>
          </a:xfrm>
          <a:prstGeom prst="rect">
            <a:avLst/>
          </a:prstGeom>
          <a:noFill/>
          <a:ln w="76200" cap="flat" cmpd="sng" algn="ctr">
            <a:noFill/>
            <a:prstDash val="solid"/>
            <a:miter lim="800000"/>
          </a:ln>
          <a:effectLst/>
        </p:spPr>
        <p:txBody>
          <a:bodyPr anchor="ctr"/>
          <a:lstStyle/>
          <a:p>
            <a:pPr marL="342900" marR="0" lvl="0" indent="-342900" algn="ctr" defTabSz="914400" eaLnBrk="0" fontAlgn="base" latinLnBrk="0" hangingPunct="0">
              <a:lnSpc>
                <a:spcPct val="100000"/>
              </a:lnSpc>
              <a:spcBef>
                <a:spcPct val="0"/>
              </a:spcBef>
              <a:spcAft>
                <a:spcPct val="0"/>
              </a:spcAft>
              <a:buClrTx/>
              <a:buSzTx/>
              <a:buFont typeface="Wingdings" panose="05000000000000000000" pitchFamily="2" charset="2"/>
              <a:buChar char="n"/>
              <a:tabLst/>
              <a:defRPr/>
            </a:pPr>
            <a:r>
              <a:rPr kumimoji="0" lang="zh-CN" altLang="en-US" sz="2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急流</a:t>
            </a:r>
            <a:endParaRPr kumimoji="0" lang="en-US" altLang="zh-CN" sz="2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endParaRPr>
          </a:p>
        </p:txBody>
      </p:sp>
      <p:sp>
        <p:nvSpPr>
          <p:cNvPr id="40" name="ïṣ1ïḑe">
            <a:extLst>
              <a:ext uri="{FF2B5EF4-FFF2-40B4-BE49-F238E27FC236}">
                <a16:creationId xmlns:a16="http://schemas.microsoft.com/office/drawing/2014/main" id="{279CD9C0-9AAE-6A86-D520-5DEA439206A6}"/>
              </a:ext>
            </a:extLst>
          </p:cNvPr>
          <p:cNvSpPr/>
          <p:nvPr/>
        </p:nvSpPr>
        <p:spPr bwMode="auto">
          <a:xfrm>
            <a:off x="3456451" y="3455962"/>
            <a:ext cx="2085975" cy="358775"/>
          </a:xfrm>
          <a:prstGeom prst="rect">
            <a:avLst/>
          </a:prstGeom>
          <a:noFill/>
          <a:ln w="76200" cap="flat" cmpd="sng" algn="ctr">
            <a:noFill/>
            <a:prstDash val="solid"/>
            <a:miter lim="800000"/>
          </a:ln>
          <a:effectLst/>
        </p:spPr>
        <p:txBody>
          <a:bodyPr anchor="ctr"/>
          <a:lstStyle/>
          <a:p>
            <a:pPr marL="342900" marR="0" lvl="0" indent="-342900" algn="ctr" defTabSz="914400" eaLnBrk="0" fontAlgn="base" latinLnBrk="0" hangingPunct="0">
              <a:lnSpc>
                <a:spcPct val="100000"/>
              </a:lnSpc>
              <a:spcBef>
                <a:spcPct val="0"/>
              </a:spcBef>
              <a:spcAft>
                <a:spcPct val="0"/>
              </a:spcAft>
              <a:buClrTx/>
              <a:buSzTx/>
              <a:buFont typeface="Wingdings" panose="05000000000000000000" pitchFamily="2" charset="2"/>
              <a:buChar char="n"/>
              <a:tabLst/>
              <a:defRPr/>
            </a:pPr>
            <a:r>
              <a:rPr kumimoji="0" lang="zh-CN" altLang="en-US" sz="2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缓流</a:t>
            </a:r>
            <a:endParaRPr kumimoji="0" lang="en-US" sz="2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endParaRPr>
          </a:p>
        </p:txBody>
      </p:sp>
      <p:sp>
        <p:nvSpPr>
          <p:cNvPr id="41" name="ïś1iḋe">
            <a:extLst>
              <a:ext uri="{FF2B5EF4-FFF2-40B4-BE49-F238E27FC236}">
                <a16:creationId xmlns:a16="http://schemas.microsoft.com/office/drawing/2014/main" id="{A7E58263-758A-8DB7-E489-8A31B837444C}"/>
              </a:ext>
            </a:extLst>
          </p:cNvPr>
          <p:cNvSpPr>
            <a:spLocks noChangeArrowheads="1"/>
          </p:cNvSpPr>
          <p:nvPr/>
        </p:nvSpPr>
        <p:spPr bwMode="auto">
          <a:xfrm>
            <a:off x="3651213" y="2440143"/>
            <a:ext cx="3735705" cy="914321"/>
          </a:xfrm>
          <a:prstGeom prst="rect">
            <a:avLst/>
          </a:prstGeom>
          <a:noFill/>
          <a:ln w="15875">
            <a:solidFill>
              <a:srgbClr val="000000"/>
            </a:solidFill>
            <a:prstDash val="lgDash"/>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fontAlgn="base" hangingPunct="1">
              <a:lnSpc>
                <a:spcPct val="150000"/>
              </a:lnSpc>
              <a:spcBef>
                <a:spcPct val="0"/>
              </a:spcBef>
              <a:spcAft>
                <a:spcPct val="0"/>
              </a:spcAft>
            </a:pPr>
            <a:r>
              <a:rPr lang="zh-CN" altLang="en-US" b="1" dirty="0">
                <a:solidFill>
                  <a:srgbClr val="FF0000"/>
                </a:solidFill>
                <a:latin typeface="微软雅黑" panose="020B0503020204020204" pitchFamily="34" charset="-122"/>
                <a:ea typeface="微软雅黑" panose="020B0503020204020204" pitchFamily="34" charset="-122"/>
              </a:rPr>
              <a:t>本质：</a:t>
            </a:r>
            <a:r>
              <a:rPr lang="zh-CN" altLang="en-US" b="1" dirty="0">
                <a:solidFill>
                  <a:srgbClr val="000000"/>
                </a:solidFill>
                <a:latin typeface="微软雅黑" panose="020B0503020204020204" pitchFamily="34" charset="-122"/>
                <a:ea typeface="微软雅黑" panose="020B0503020204020204" pitchFamily="34" charset="-122"/>
              </a:rPr>
              <a:t>干扰</a:t>
            </a:r>
            <a:r>
              <a:rPr lang="zh-CN" altLang="en-US" b="1" dirty="0">
                <a:solidFill>
                  <a:srgbClr val="0070C0"/>
                </a:solidFill>
                <a:latin typeface="微软雅黑" panose="020B0503020204020204" pitchFamily="34" charset="-122"/>
                <a:ea typeface="微软雅黑" panose="020B0503020204020204" pitchFamily="34" charset="-122"/>
              </a:rPr>
              <a:t>影响</a:t>
            </a:r>
            <a:r>
              <a:rPr lang="zh-CN" altLang="en-US" b="1" dirty="0">
                <a:solidFill>
                  <a:srgbClr val="000000"/>
                </a:solidFill>
                <a:latin typeface="微软雅黑" panose="020B0503020204020204" pitchFamily="34" charset="-122"/>
                <a:ea typeface="微软雅黑" panose="020B0503020204020204" pitchFamily="34" charset="-122"/>
              </a:rPr>
              <a:t>上游水流的流动要素和水面形状。</a:t>
            </a:r>
            <a:endParaRPr lang="en-US" altLang="zh-CN" b="1" dirty="0">
              <a:solidFill>
                <a:srgbClr val="000000"/>
              </a:solidFill>
              <a:latin typeface="微软雅黑" panose="020B0503020204020204" pitchFamily="34" charset="-122"/>
              <a:ea typeface="微软雅黑" panose="020B0503020204020204" pitchFamily="34" charset="-122"/>
            </a:endParaRPr>
          </a:p>
        </p:txBody>
      </p:sp>
      <p:sp>
        <p:nvSpPr>
          <p:cNvPr id="42" name="íşḻïḑê">
            <a:extLst>
              <a:ext uri="{FF2B5EF4-FFF2-40B4-BE49-F238E27FC236}">
                <a16:creationId xmlns:a16="http://schemas.microsoft.com/office/drawing/2014/main" id="{1DF9DE2F-5DA3-4C2E-9A10-9A9774AC02C9}"/>
              </a:ext>
            </a:extLst>
          </p:cNvPr>
          <p:cNvSpPr>
            <a:spLocks noChangeArrowheads="1"/>
          </p:cNvSpPr>
          <p:nvPr/>
        </p:nvSpPr>
        <p:spPr bwMode="auto">
          <a:xfrm>
            <a:off x="3651213" y="1102111"/>
            <a:ext cx="3751729" cy="1225095"/>
          </a:xfrm>
          <a:prstGeom prst="rect">
            <a:avLst/>
          </a:prstGeom>
          <a:noFill/>
          <a:ln w="15875">
            <a:solidFill>
              <a:srgbClr val="000000"/>
            </a:solidFill>
            <a:prstDash val="lgDash"/>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fontAlgn="base" hangingPunct="1">
              <a:lnSpc>
                <a:spcPct val="150000"/>
              </a:lnSpc>
              <a:spcBef>
                <a:spcPct val="0"/>
              </a:spcBef>
              <a:spcAft>
                <a:spcPct val="0"/>
              </a:spcAft>
            </a:pPr>
            <a:r>
              <a:rPr lang="zh-CN" altLang="en-US" b="1" dirty="0">
                <a:solidFill>
                  <a:srgbClr val="FF0000"/>
                </a:solidFill>
                <a:latin typeface="微软雅黑" panose="020B0503020204020204" pitchFamily="34" charset="-122"/>
                <a:ea typeface="微软雅黑" panose="020B0503020204020204" pitchFamily="34" charset="-122"/>
              </a:rPr>
              <a:t>现象：</a:t>
            </a:r>
            <a:r>
              <a:rPr lang="zh-CN" altLang="en-US" b="1" dirty="0">
                <a:solidFill>
                  <a:srgbClr val="000000"/>
                </a:solidFill>
                <a:latin typeface="微软雅黑" panose="020B0503020204020204" pitchFamily="34" charset="-122"/>
                <a:ea typeface="微软雅黑" panose="020B0503020204020204" pitchFamily="34" charset="-122"/>
              </a:rPr>
              <a:t>水流的水面在障碍物上游缓慢抬升，当超出障碍物一定高度后，越过障碍物。</a:t>
            </a:r>
            <a:endParaRPr lang="en-US" altLang="zh-CN" b="1" dirty="0">
              <a:solidFill>
                <a:srgbClr val="000000"/>
              </a:solidFill>
              <a:latin typeface="微软雅黑" panose="020B0503020204020204" pitchFamily="34" charset="-122"/>
              <a:ea typeface="微软雅黑" panose="020B0503020204020204" pitchFamily="34" charset="-122"/>
            </a:endParaRPr>
          </a:p>
        </p:txBody>
      </p:sp>
      <p:sp>
        <p:nvSpPr>
          <p:cNvPr id="43" name="íşḻïḑê">
            <a:extLst>
              <a:ext uri="{FF2B5EF4-FFF2-40B4-BE49-F238E27FC236}">
                <a16:creationId xmlns:a16="http://schemas.microsoft.com/office/drawing/2014/main" id="{F30C8966-A80D-2FAB-0578-3E854413CD21}"/>
              </a:ext>
            </a:extLst>
          </p:cNvPr>
          <p:cNvSpPr>
            <a:spLocks noChangeArrowheads="1"/>
          </p:cNvSpPr>
          <p:nvPr/>
        </p:nvSpPr>
        <p:spPr bwMode="auto">
          <a:xfrm>
            <a:off x="7642411" y="1077600"/>
            <a:ext cx="3751729" cy="1225095"/>
          </a:xfrm>
          <a:prstGeom prst="rect">
            <a:avLst/>
          </a:prstGeom>
          <a:noFill/>
          <a:ln w="15875">
            <a:solidFill>
              <a:srgbClr val="000000"/>
            </a:solidFill>
            <a:prstDash val="lgDash"/>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fontAlgn="base" hangingPunct="1">
              <a:lnSpc>
                <a:spcPct val="150000"/>
              </a:lnSpc>
              <a:spcBef>
                <a:spcPct val="0"/>
              </a:spcBef>
              <a:spcAft>
                <a:spcPct val="0"/>
              </a:spcAft>
            </a:pPr>
            <a:r>
              <a:rPr lang="zh-CN" altLang="en-US" b="1" dirty="0">
                <a:solidFill>
                  <a:srgbClr val="FF0000"/>
                </a:solidFill>
                <a:latin typeface="微软雅黑" panose="020B0503020204020204" pitchFamily="34" charset="-122"/>
                <a:ea typeface="微软雅黑" panose="020B0503020204020204" pitchFamily="34" charset="-122"/>
              </a:rPr>
              <a:t>现象：</a:t>
            </a:r>
            <a:r>
              <a:rPr lang="zh-CN" altLang="en-US" b="1" dirty="0">
                <a:solidFill>
                  <a:srgbClr val="000000"/>
                </a:solidFill>
                <a:latin typeface="微软雅黑" panose="020B0503020204020204" pitchFamily="34" charset="-122"/>
                <a:ea typeface="微软雅黑" panose="020B0503020204020204" pitchFamily="34" charset="-122"/>
              </a:rPr>
              <a:t>水流的水面在障碍物上游几乎没有变化，而是在障碍物前跃起一定高度后，急速越过障碍物。</a:t>
            </a:r>
            <a:endParaRPr lang="en-US" altLang="zh-CN" b="1" dirty="0">
              <a:solidFill>
                <a:srgbClr val="000000"/>
              </a:solidFill>
              <a:latin typeface="微软雅黑" panose="020B0503020204020204" pitchFamily="34" charset="-122"/>
              <a:ea typeface="微软雅黑" panose="020B0503020204020204" pitchFamily="34" charset="-122"/>
            </a:endParaRPr>
          </a:p>
        </p:txBody>
      </p:sp>
      <p:sp>
        <p:nvSpPr>
          <p:cNvPr id="44" name="ïś1iḋe">
            <a:extLst>
              <a:ext uri="{FF2B5EF4-FFF2-40B4-BE49-F238E27FC236}">
                <a16:creationId xmlns:a16="http://schemas.microsoft.com/office/drawing/2014/main" id="{3274024E-9B99-48E8-43D1-A355CE103E4B}"/>
              </a:ext>
            </a:extLst>
          </p:cNvPr>
          <p:cNvSpPr>
            <a:spLocks noChangeArrowheads="1"/>
          </p:cNvSpPr>
          <p:nvPr/>
        </p:nvSpPr>
        <p:spPr bwMode="auto">
          <a:xfrm>
            <a:off x="7642412" y="2458164"/>
            <a:ext cx="3751729" cy="896300"/>
          </a:xfrm>
          <a:prstGeom prst="rect">
            <a:avLst/>
          </a:prstGeom>
          <a:noFill/>
          <a:ln w="15875">
            <a:solidFill>
              <a:srgbClr val="000000"/>
            </a:solidFill>
            <a:prstDash val="lgDash"/>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fontAlgn="base" hangingPunct="1">
              <a:lnSpc>
                <a:spcPct val="150000"/>
              </a:lnSpc>
              <a:spcBef>
                <a:spcPct val="0"/>
              </a:spcBef>
              <a:spcAft>
                <a:spcPct val="0"/>
              </a:spcAft>
            </a:pPr>
            <a:r>
              <a:rPr lang="zh-CN" altLang="en-US" b="1" dirty="0">
                <a:solidFill>
                  <a:srgbClr val="FF0000"/>
                </a:solidFill>
                <a:latin typeface="微软雅黑" panose="020B0503020204020204" pitchFamily="34" charset="-122"/>
                <a:ea typeface="微软雅黑" panose="020B0503020204020204" pitchFamily="34" charset="-122"/>
              </a:rPr>
              <a:t>本质：</a:t>
            </a:r>
            <a:r>
              <a:rPr lang="zh-CN" altLang="en-US" b="1" dirty="0">
                <a:solidFill>
                  <a:srgbClr val="000000"/>
                </a:solidFill>
                <a:latin typeface="微软雅黑" panose="020B0503020204020204" pitchFamily="34" charset="-122"/>
                <a:ea typeface="微软雅黑" panose="020B0503020204020204" pitchFamily="34" charset="-122"/>
              </a:rPr>
              <a:t>干扰</a:t>
            </a:r>
            <a:r>
              <a:rPr lang="zh-CN" altLang="en-US" b="1" dirty="0">
                <a:solidFill>
                  <a:srgbClr val="0070C0"/>
                </a:solidFill>
                <a:latin typeface="微软雅黑" panose="020B0503020204020204" pitchFamily="34" charset="-122"/>
                <a:ea typeface="微软雅黑" panose="020B0503020204020204" pitchFamily="34" charset="-122"/>
              </a:rPr>
              <a:t>不影响</a:t>
            </a:r>
            <a:r>
              <a:rPr lang="zh-CN" altLang="en-US" b="1" dirty="0">
                <a:solidFill>
                  <a:srgbClr val="000000"/>
                </a:solidFill>
                <a:latin typeface="微软雅黑" panose="020B0503020204020204" pitchFamily="34" charset="-122"/>
                <a:ea typeface="微软雅黑" panose="020B0503020204020204" pitchFamily="34" charset="-122"/>
              </a:rPr>
              <a:t>上游水流的流动要素和水面形状。</a:t>
            </a:r>
            <a:endParaRPr lang="en-US" altLang="zh-CN" b="1" dirty="0">
              <a:solidFill>
                <a:srgbClr val="000000"/>
              </a:solidFill>
              <a:latin typeface="微软雅黑" panose="020B0503020204020204" pitchFamily="34" charset="-122"/>
              <a:ea typeface="微软雅黑" panose="020B0503020204020204" pitchFamily="34" charset="-122"/>
            </a:endParaRPr>
          </a:p>
        </p:txBody>
      </p:sp>
      <p:pic>
        <p:nvPicPr>
          <p:cNvPr id="45" name="图片 44">
            <a:extLst>
              <a:ext uri="{FF2B5EF4-FFF2-40B4-BE49-F238E27FC236}">
                <a16:creationId xmlns:a16="http://schemas.microsoft.com/office/drawing/2014/main" id="{FEB9105A-AE45-F4DC-E28F-59B55FD51BB6}"/>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4924" r="4268" b="39188"/>
          <a:stretch/>
        </p:blipFill>
        <p:spPr>
          <a:xfrm>
            <a:off x="1048341" y="4384784"/>
            <a:ext cx="5040000" cy="2225456"/>
          </a:xfrm>
          <a:prstGeom prst="rect">
            <a:avLst/>
          </a:prstGeom>
          <a:ln>
            <a:solidFill>
              <a:schemeClr val="tx1"/>
            </a:solidFill>
          </a:ln>
          <a:effectLst>
            <a:outerShdw blurRad="76200" dir="18900000" sy="23000" kx="-1200000" algn="bl" rotWithShape="0">
              <a:prstClr val="black">
                <a:alpha val="20000"/>
              </a:prstClr>
            </a:outerShdw>
          </a:effectLst>
        </p:spPr>
      </p:pic>
      <p:pic>
        <p:nvPicPr>
          <p:cNvPr id="46" name="图片 45">
            <a:extLst>
              <a:ext uri="{FF2B5EF4-FFF2-40B4-BE49-F238E27FC236}">
                <a16:creationId xmlns:a16="http://schemas.microsoft.com/office/drawing/2014/main" id="{9FBCF13D-48B2-D080-438E-5B36D8A6D5AE}"/>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6417" t="1" r="5694" b="41186"/>
          <a:stretch>
            <a:fillRect/>
          </a:stretch>
        </p:blipFill>
        <p:spPr>
          <a:xfrm>
            <a:off x="6382045" y="4384784"/>
            <a:ext cx="5040000" cy="2225457"/>
          </a:xfrm>
          <a:prstGeom prst="rect">
            <a:avLst/>
          </a:prstGeom>
          <a:ln>
            <a:solidFill>
              <a:schemeClr val="tx1"/>
            </a:solidFill>
          </a:ln>
          <a:effectLst>
            <a:outerShdw blurRad="76200" dir="18900000" sy="23000" kx="-1200000" algn="bl" rotWithShape="0">
              <a:prstClr val="black">
                <a:alpha val="20000"/>
              </a:prstClr>
            </a:outerShdw>
          </a:effectLst>
        </p:spPr>
      </p:pic>
      <p:pic>
        <p:nvPicPr>
          <p:cNvPr id="50" name="图片 49">
            <a:extLst>
              <a:ext uri="{FF2B5EF4-FFF2-40B4-BE49-F238E27FC236}">
                <a16:creationId xmlns:a16="http://schemas.microsoft.com/office/drawing/2014/main" id="{80674C06-93AE-D56A-0C13-69BCEA965B9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564936" y="93145"/>
            <a:ext cx="3350597" cy="628003"/>
          </a:xfrm>
          <a:prstGeom prst="rect">
            <a:avLst/>
          </a:prstGeom>
        </p:spPr>
      </p:pic>
      <p:sp>
        <p:nvSpPr>
          <p:cNvPr id="51" name="TextBox 4">
            <a:extLst>
              <a:ext uri="{FF2B5EF4-FFF2-40B4-BE49-F238E27FC236}">
                <a16:creationId xmlns:a16="http://schemas.microsoft.com/office/drawing/2014/main" id="{9488C28C-4C87-4216-93C3-93AB16D22893}"/>
              </a:ext>
            </a:extLst>
          </p:cNvPr>
          <p:cNvSpPr txBox="1"/>
          <p:nvPr/>
        </p:nvSpPr>
        <p:spPr>
          <a:xfrm>
            <a:off x="190500" y="114300"/>
            <a:ext cx="5105400" cy="584775"/>
          </a:xfrm>
          <a:prstGeom prst="rect">
            <a:avLst/>
          </a:prstGeom>
          <a:noFill/>
          <a:ln>
            <a:noFill/>
          </a:ln>
        </p:spPr>
        <p:txBody>
          <a:bodyPr wrap="square" rtlCol="0">
            <a:spAutoFit/>
          </a:bodyPr>
          <a:lstStyle/>
          <a:p>
            <a:pPr>
              <a:defRPr/>
            </a:pPr>
            <a:r>
              <a:rPr lang="zh-CN" altLang="en-US" sz="3200" b="1" dirty="0">
                <a:latin typeface="Microsoft YaHei" panose="020B0503020204020204" pitchFamily="34" charset="-122"/>
                <a:ea typeface="Microsoft YaHei" panose="020B0503020204020204" pitchFamily="34" charset="-122"/>
                <a:sym typeface="+mn-ea"/>
              </a:rPr>
              <a:t>缓流与急流的定性判别</a:t>
            </a:r>
          </a:p>
        </p:txBody>
      </p:sp>
      <p:pic>
        <p:nvPicPr>
          <p:cNvPr id="47" name="Picture 23" descr="http://p1.so.qhmsg.com/bdr/_240_/t01267d87eb02e53541.jpg">
            <a:extLst>
              <a:ext uri="{FF2B5EF4-FFF2-40B4-BE49-F238E27FC236}">
                <a16:creationId xmlns:a16="http://schemas.microsoft.com/office/drawing/2014/main" id="{1B804CAF-2783-498F-A1EB-5E233ED3B00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7542" y="2549595"/>
            <a:ext cx="578517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 name="Picture 15" descr="http://p4.so.qhmsg.com/bdr/_240_/t0119c194361e2412d4.jpg">
            <a:extLst>
              <a:ext uri="{FF2B5EF4-FFF2-40B4-BE49-F238E27FC236}">
                <a16:creationId xmlns:a16="http://schemas.microsoft.com/office/drawing/2014/main" id="{BAD0EFD0-308A-4FC7-879E-1A7568F48C4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42847" y="2708920"/>
            <a:ext cx="5072901"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 name="Picture 17" descr="http://p0.so.qhmsg.com/bdr/_240_/t012415637c37b23f85.jpg">
            <a:extLst>
              <a:ext uri="{FF2B5EF4-FFF2-40B4-BE49-F238E27FC236}">
                <a16:creationId xmlns:a16="http://schemas.microsoft.com/office/drawing/2014/main" id="{1DE42652-BF8F-478F-97FB-F075FAB2509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b="16667"/>
          <a:stretch>
            <a:fillRect/>
          </a:stretch>
        </p:blipFill>
        <p:spPr bwMode="auto">
          <a:xfrm>
            <a:off x="6642847" y="4690120"/>
            <a:ext cx="5072901"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3886950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 calcmode="lin" valueType="num">
                                      <p:cBhvr additive="base">
                                        <p:cTn id="7" dur="500" fill="hold"/>
                                        <p:tgtEl>
                                          <p:spTgt spid="42"/>
                                        </p:tgtEl>
                                        <p:attrNameLst>
                                          <p:attrName>ppt_x</p:attrName>
                                        </p:attrNameLst>
                                      </p:cBhvr>
                                      <p:tavLst>
                                        <p:tav tm="0">
                                          <p:val>
                                            <p:strVal val="#ppt_x"/>
                                          </p:val>
                                        </p:tav>
                                        <p:tav tm="100000">
                                          <p:val>
                                            <p:strVal val="#ppt_x"/>
                                          </p:val>
                                        </p:tav>
                                      </p:tavLst>
                                    </p:anim>
                                    <p:anim calcmode="lin" valueType="num">
                                      <p:cBhvr additive="base">
                                        <p:cTn id="8"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1"/>
                                        </p:tgtEl>
                                        <p:attrNameLst>
                                          <p:attrName>style.visibility</p:attrName>
                                        </p:attrNameLst>
                                      </p:cBhvr>
                                      <p:to>
                                        <p:strVal val="visible"/>
                                      </p:to>
                                    </p:set>
                                    <p:anim calcmode="lin" valueType="num">
                                      <p:cBhvr additive="base">
                                        <p:cTn id="13" dur="500" fill="hold"/>
                                        <p:tgtEl>
                                          <p:spTgt spid="41"/>
                                        </p:tgtEl>
                                        <p:attrNameLst>
                                          <p:attrName>ppt_x</p:attrName>
                                        </p:attrNameLst>
                                      </p:cBhvr>
                                      <p:tavLst>
                                        <p:tav tm="0">
                                          <p:val>
                                            <p:strVal val="#ppt_x"/>
                                          </p:val>
                                        </p:tav>
                                        <p:tav tm="100000">
                                          <p:val>
                                            <p:strVal val="#ppt_x"/>
                                          </p:val>
                                        </p:tav>
                                      </p:tavLst>
                                    </p:anim>
                                    <p:anim calcmode="lin" valueType="num">
                                      <p:cBhvr additive="base">
                                        <p:cTn id="14"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3"/>
                                        </p:tgtEl>
                                        <p:attrNameLst>
                                          <p:attrName>style.visibility</p:attrName>
                                        </p:attrNameLst>
                                      </p:cBhvr>
                                      <p:to>
                                        <p:strVal val="visible"/>
                                      </p:to>
                                    </p:set>
                                    <p:anim calcmode="lin" valueType="num">
                                      <p:cBhvr additive="base">
                                        <p:cTn id="19" dur="500" fill="hold"/>
                                        <p:tgtEl>
                                          <p:spTgt spid="43"/>
                                        </p:tgtEl>
                                        <p:attrNameLst>
                                          <p:attrName>ppt_x</p:attrName>
                                        </p:attrNameLst>
                                      </p:cBhvr>
                                      <p:tavLst>
                                        <p:tav tm="0">
                                          <p:val>
                                            <p:strVal val="#ppt_x"/>
                                          </p:val>
                                        </p:tav>
                                        <p:tav tm="100000">
                                          <p:val>
                                            <p:strVal val="#ppt_x"/>
                                          </p:val>
                                        </p:tav>
                                      </p:tavLst>
                                    </p:anim>
                                    <p:anim calcmode="lin" valueType="num">
                                      <p:cBhvr additive="base">
                                        <p:cTn id="20"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4"/>
                                        </p:tgtEl>
                                        <p:attrNameLst>
                                          <p:attrName>style.visibility</p:attrName>
                                        </p:attrNameLst>
                                      </p:cBhvr>
                                      <p:to>
                                        <p:strVal val="visible"/>
                                      </p:to>
                                    </p:set>
                                    <p:anim calcmode="lin" valueType="num">
                                      <p:cBhvr additive="base">
                                        <p:cTn id="25" dur="500" fill="hold"/>
                                        <p:tgtEl>
                                          <p:spTgt spid="44"/>
                                        </p:tgtEl>
                                        <p:attrNameLst>
                                          <p:attrName>ppt_x</p:attrName>
                                        </p:attrNameLst>
                                      </p:cBhvr>
                                      <p:tavLst>
                                        <p:tav tm="0">
                                          <p:val>
                                            <p:strVal val="#ppt_x"/>
                                          </p:val>
                                        </p:tav>
                                        <p:tav tm="100000">
                                          <p:val>
                                            <p:strVal val="#ppt_x"/>
                                          </p:val>
                                        </p:tav>
                                      </p:tavLst>
                                    </p:anim>
                                    <p:anim calcmode="lin" valueType="num">
                                      <p:cBhvr additive="base">
                                        <p:cTn id="26"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47"/>
                                        </p:tgtEl>
                                        <p:attrNameLst>
                                          <p:attrName>style.visibility</p:attrName>
                                        </p:attrNameLst>
                                      </p:cBhvr>
                                      <p:to>
                                        <p:strVal val="visible"/>
                                      </p:to>
                                    </p:set>
                                    <p:animEffect transition="in" filter="fade">
                                      <p:cBhvr>
                                        <p:cTn id="31" dur="1000"/>
                                        <p:tgtEl>
                                          <p:spTgt spid="47"/>
                                        </p:tgtEl>
                                      </p:cBhvr>
                                    </p:animEffect>
                                    <p:anim calcmode="lin" valueType="num">
                                      <p:cBhvr>
                                        <p:cTn id="32" dur="1000" fill="hold"/>
                                        <p:tgtEl>
                                          <p:spTgt spid="47"/>
                                        </p:tgtEl>
                                        <p:attrNameLst>
                                          <p:attrName>ppt_x</p:attrName>
                                        </p:attrNameLst>
                                      </p:cBhvr>
                                      <p:tavLst>
                                        <p:tav tm="0">
                                          <p:val>
                                            <p:strVal val="#ppt_x"/>
                                          </p:val>
                                        </p:tav>
                                        <p:tav tm="100000">
                                          <p:val>
                                            <p:strVal val="#ppt_x"/>
                                          </p:val>
                                        </p:tav>
                                      </p:tavLst>
                                    </p:anim>
                                    <p:anim calcmode="lin" valueType="num">
                                      <p:cBhvr>
                                        <p:cTn id="33"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52"/>
                                        </p:tgtEl>
                                        <p:attrNameLst>
                                          <p:attrName>style.visibility</p:attrName>
                                        </p:attrNameLst>
                                      </p:cBhvr>
                                      <p:to>
                                        <p:strVal val="visible"/>
                                      </p:to>
                                    </p:set>
                                    <p:anim calcmode="lin" valueType="num">
                                      <p:cBhvr additive="base">
                                        <p:cTn id="38" dur="500" fill="hold"/>
                                        <p:tgtEl>
                                          <p:spTgt spid="52"/>
                                        </p:tgtEl>
                                        <p:attrNameLst>
                                          <p:attrName>ppt_x</p:attrName>
                                        </p:attrNameLst>
                                      </p:cBhvr>
                                      <p:tavLst>
                                        <p:tav tm="0">
                                          <p:val>
                                            <p:strVal val="#ppt_x"/>
                                          </p:val>
                                        </p:tav>
                                        <p:tav tm="100000">
                                          <p:val>
                                            <p:strVal val="#ppt_x"/>
                                          </p:val>
                                        </p:tav>
                                      </p:tavLst>
                                    </p:anim>
                                    <p:anim calcmode="lin" valueType="num">
                                      <p:cBhvr additive="base">
                                        <p:cTn id="39"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53"/>
                                        </p:tgtEl>
                                        <p:attrNameLst>
                                          <p:attrName>style.visibility</p:attrName>
                                        </p:attrNameLst>
                                      </p:cBhvr>
                                      <p:to>
                                        <p:strVal val="visible"/>
                                      </p:to>
                                    </p:set>
                                    <p:anim calcmode="lin" valueType="num">
                                      <p:cBhvr additive="base">
                                        <p:cTn id="44" dur="500" fill="hold"/>
                                        <p:tgtEl>
                                          <p:spTgt spid="53"/>
                                        </p:tgtEl>
                                        <p:attrNameLst>
                                          <p:attrName>ppt_x</p:attrName>
                                        </p:attrNameLst>
                                      </p:cBhvr>
                                      <p:tavLst>
                                        <p:tav tm="0">
                                          <p:val>
                                            <p:strVal val="#ppt_x"/>
                                          </p:val>
                                        </p:tav>
                                        <p:tav tm="100000">
                                          <p:val>
                                            <p:strVal val="#ppt_x"/>
                                          </p:val>
                                        </p:tav>
                                      </p:tavLst>
                                    </p:anim>
                                    <p:anim calcmode="lin" valueType="num">
                                      <p:cBhvr additive="base">
                                        <p:cTn id="45"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P spid="43" grpId="0" animBg="1"/>
      <p:bldP spid="4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图片 37">
            <a:extLst>
              <a:ext uri="{FF2B5EF4-FFF2-40B4-BE49-F238E27FC236}">
                <a16:creationId xmlns:a16="http://schemas.microsoft.com/office/drawing/2014/main" id="{D07741EA-303C-48F2-ADF7-8DC58F75C0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2" name="文本框 1"/>
          <p:cNvSpPr txBox="1"/>
          <p:nvPr/>
        </p:nvSpPr>
        <p:spPr>
          <a:xfrm>
            <a:off x="276467" y="144288"/>
            <a:ext cx="1669047" cy="646331"/>
          </a:xfrm>
          <a:prstGeom prst="rect">
            <a:avLst/>
          </a:prstGeom>
          <a:noFill/>
        </p:spPr>
        <p:txBody>
          <a:bodyPr wrap="none" rtlCol="0" anchor="t">
            <a:spAutoFit/>
          </a:bodyPr>
          <a:lstStyle/>
          <a:p>
            <a:r>
              <a:rPr lang="en-US" altLang="zh-CN" sz="3600" b="1" dirty="0">
                <a:solidFill>
                  <a:schemeClr val="bg1"/>
                </a:solidFill>
                <a:latin typeface="方正兰亭中粗黑_GBK" panose="02000000000000000000" charset="-122"/>
                <a:ea typeface="方正兰亭中粗黑_GBK" panose="02000000000000000000" charset="-122"/>
                <a:sym typeface="+mn-ea"/>
              </a:rPr>
              <a:t>1 </a:t>
            </a:r>
            <a:r>
              <a:rPr lang="zh-CN" altLang="en-US" sz="3600" b="1" dirty="0">
                <a:solidFill>
                  <a:schemeClr val="bg1"/>
                </a:solidFill>
                <a:latin typeface="方正兰亭中粗黑_GBK" panose="02000000000000000000" charset="-122"/>
                <a:ea typeface="方正兰亭中粗黑_GBK" panose="02000000000000000000" charset="-122"/>
                <a:sym typeface="+mn-ea"/>
              </a:rPr>
              <a:t>绪论 </a:t>
            </a:r>
          </a:p>
        </p:txBody>
      </p:sp>
      <p:sp>
        <p:nvSpPr>
          <p:cNvPr id="3" name="文本框 2"/>
          <p:cNvSpPr txBox="1"/>
          <p:nvPr/>
        </p:nvSpPr>
        <p:spPr>
          <a:xfrm>
            <a:off x="8822821" y="225208"/>
            <a:ext cx="3350597" cy="523220"/>
          </a:xfrm>
          <a:prstGeom prst="rect">
            <a:avLst/>
          </a:prstGeom>
          <a:noFill/>
        </p:spPr>
        <p:txBody>
          <a:bodyPr wrap="none" rtlCol="0" anchor="t">
            <a:spAutoFit/>
          </a:bodyPr>
          <a:lstStyle/>
          <a:p>
            <a:r>
              <a:rPr lang="en-US" altLang="zh-CN" sz="2800" b="1" dirty="0">
                <a:solidFill>
                  <a:schemeClr val="bg1"/>
                </a:solidFill>
                <a:latin typeface="兰亭黑-简" panose="02000000000000000000" charset="-122"/>
                <a:ea typeface="兰亭黑-简" panose="02000000000000000000" charset="-122"/>
                <a:sym typeface="+mn-ea"/>
              </a:rPr>
              <a:t>1.1 </a:t>
            </a:r>
            <a:r>
              <a:rPr lang="zh-CN" altLang="en-US" sz="2800" b="1" dirty="0">
                <a:solidFill>
                  <a:schemeClr val="bg1"/>
                </a:solidFill>
                <a:latin typeface="兰亭黑-简" panose="02000000000000000000" charset="-122"/>
                <a:ea typeface="兰亭黑-简" panose="02000000000000000000" charset="-122"/>
                <a:sym typeface="+mn-ea"/>
              </a:rPr>
              <a:t>研究背景及意义</a:t>
            </a:r>
          </a:p>
        </p:txBody>
      </p:sp>
      <p:grpSp>
        <p:nvGrpSpPr>
          <p:cNvPr id="8" name="组合 7">
            <a:extLst>
              <a:ext uri="{FF2B5EF4-FFF2-40B4-BE49-F238E27FC236}">
                <a16:creationId xmlns:a16="http://schemas.microsoft.com/office/drawing/2014/main" id="{D3F82734-8A59-4FF3-BC43-CAB89127B117}"/>
              </a:ext>
            </a:extLst>
          </p:cNvPr>
          <p:cNvGrpSpPr/>
          <p:nvPr/>
        </p:nvGrpSpPr>
        <p:grpSpPr>
          <a:xfrm>
            <a:off x="-59957" y="53728"/>
            <a:ext cx="12285617" cy="790577"/>
            <a:chOff x="-50432" y="53728"/>
            <a:chExt cx="12285617" cy="790577"/>
          </a:xfrm>
        </p:grpSpPr>
        <p:sp>
          <p:nvSpPr>
            <p:cNvPr id="9" name="六边形 24">
              <a:extLst>
                <a:ext uri="{FF2B5EF4-FFF2-40B4-BE49-F238E27FC236}">
                  <a16:creationId xmlns:a16="http://schemas.microsoft.com/office/drawing/2014/main" id="{68F9CC4C-7D7D-4881-82E9-10A79A763B44}"/>
                </a:ext>
              </a:extLst>
            </p:cNvPr>
            <p:cNvSpPr/>
            <p:nvPr/>
          </p:nvSpPr>
          <p:spPr>
            <a:xfrm>
              <a:off x="74468" y="769295"/>
              <a:ext cx="552450" cy="75010"/>
            </a:xfrm>
            <a:custGeom>
              <a:avLst/>
              <a:gdLst>
                <a:gd name="connsiteX0" fmla="*/ 0 w 747713"/>
                <a:gd name="connsiteY0" fmla="*/ 75010 h 150019"/>
                <a:gd name="connsiteX1" fmla="*/ 37505 w 747713"/>
                <a:gd name="connsiteY1" fmla="*/ 0 h 150019"/>
                <a:gd name="connsiteX2" fmla="*/ 710208 w 747713"/>
                <a:gd name="connsiteY2" fmla="*/ 0 h 150019"/>
                <a:gd name="connsiteX3" fmla="*/ 747713 w 747713"/>
                <a:gd name="connsiteY3" fmla="*/ 75010 h 150019"/>
                <a:gd name="connsiteX4" fmla="*/ 710208 w 747713"/>
                <a:gd name="connsiteY4" fmla="*/ 150019 h 150019"/>
                <a:gd name="connsiteX5" fmla="*/ 37505 w 747713"/>
                <a:gd name="connsiteY5" fmla="*/ 150019 h 150019"/>
                <a:gd name="connsiteX6" fmla="*/ 0 w 747713"/>
                <a:gd name="connsiteY6" fmla="*/ 75010 h 150019"/>
                <a:gd name="connsiteX0-1" fmla="*/ 37505 w 747713"/>
                <a:gd name="connsiteY0-2" fmla="*/ 0 h 150019"/>
                <a:gd name="connsiteX1-3" fmla="*/ 710208 w 747713"/>
                <a:gd name="connsiteY1-4" fmla="*/ 0 h 150019"/>
                <a:gd name="connsiteX2-5" fmla="*/ 747713 w 747713"/>
                <a:gd name="connsiteY2-6" fmla="*/ 75010 h 150019"/>
                <a:gd name="connsiteX3-7" fmla="*/ 710208 w 747713"/>
                <a:gd name="connsiteY3-8" fmla="*/ 150019 h 150019"/>
                <a:gd name="connsiteX4-9" fmla="*/ 37505 w 747713"/>
                <a:gd name="connsiteY4-10" fmla="*/ 150019 h 150019"/>
                <a:gd name="connsiteX5-11" fmla="*/ 0 w 747713"/>
                <a:gd name="connsiteY5-12" fmla="*/ 75010 h 150019"/>
                <a:gd name="connsiteX6-13" fmla="*/ 128945 w 747713"/>
                <a:gd name="connsiteY6-14" fmla="*/ 91440 h 150019"/>
                <a:gd name="connsiteX0-15" fmla="*/ 37505 w 747713"/>
                <a:gd name="connsiteY0-16" fmla="*/ 0 h 150019"/>
                <a:gd name="connsiteX1-17" fmla="*/ 710208 w 747713"/>
                <a:gd name="connsiteY1-18" fmla="*/ 0 h 150019"/>
                <a:gd name="connsiteX2-19" fmla="*/ 747713 w 747713"/>
                <a:gd name="connsiteY2-20" fmla="*/ 75010 h 150019"/>
                <a:gd name="connsiteX3-21" fmla="*/ 710208 w 747713"/>
                <a:gd name="connsiteY3-22" fmla="*/ 150019 h 150019"/>
                <a:gd name="connsiteX4-23" fmla="*/ 37505 w 747713"/>
                <a:gd name="connsiteY4-24" fmla="*/ 150019 h 150019"/>
                <a:gd name="connsiteX5-25" fmla="*/ 0 w 747713"/>
                <a:gd name="connsiteY5-26" fmla="*/ 75010 h 150019"/>
                <a:gd name="connsiteX0-27" fmla="*/ 710208 w 747713"/>
                <a:gd name="connsiteY0-28" fmla="*/ 0 h 150019"/>
                <a:gd name="connsiteX1-29" fmla="*/ 747713 w 747713"/>
                <a:gd name="connsiteY1-30" fmla="*/ 75010 h 150019"/>
                <a:gd name="connsiteX2-31" fmla="*/ 710208 w 747713"/>
                <a:gd name="connsiteY2-32" fmla="*/ 150019 h 150019"/>
                <a:gd name="connsiteX3-33" fmla="*/ 37505 w 747713"/>
                <a:gd name="connsiteY3-34" fmla="*/ 150019 h 150019"/>
                <a:gd name="connsiteX4-35" fmla="*/ 0 w 747713"/>
                <a:gd name="connsiteY4-36" fmla="*/ 75010 h 150019"/>
                <a:gd name="connsiteX0-37" fmla="*/ 672703 w 710208"/>
                <a:gd name="connsiteY0-38" fmla="*/ 0 h 150019"/>
                <a:gd name="connsiteX1-39" fmla="*/ 710208 w 710208"/>
                <a:gd name="connsiteY1-40" fmla="*/ 75010 h 150019"/>
                <a:gd name="connsiteX2-41" fmla="*/ 672703 w 710208"/>
                <a:gd name="connsiteY2-42" fmla="*/ 150019 h 150019"/>
                <a:gd name="connsiteX3-43" fmla="*/ 0 w 710208"/>
                <a:gd name="connsiteY3-44" fmla="*/ 150019 h 150019"/>
                <a:gd name="connsiteX0-45" fmla="*/ 710208 w 710208"/>
                <a:gd name="connsiteY0-46" fmla="*/ 0 h 75009"/>
                <a:gd name="connsiteX1-47" fmla="*/ 672703 w 710208"/>
                <a:gd name="connsiteY1-48" fmla="*/ 75009 h 75009"/>
                <a:gd name="connsiteX2-49" fmla="*/ 0 w 710208"/>
                <a:gd name="connsiteY2-50" fmla="*/ 75009 h 75009"/>
                <a:gd name="connsiteX0-51" fmla="*/ 710208 w 710208"/>
                <a:gd name="connsiteY0-52" fmla="*/ 0 h 75010"/>
                <a:gd name="connsiteX1-53" fmla="*/ 672703 w 710208"/>
                <a:gd name="connsiteY1-54" fmla="*/ 75009 h 75010"/>
                <a:gd name="connsiteX2-55" fmla="*/ 352016 w 710208"/>
                <a:gd name="connsiteY2-56" fmla="*/ 75010 h 75010"/>
                <a:gd name="connsiteX3-57" fmla="*/ 0 w 710208"/>
                <a:gd name="connsiteY3-58" fmla="*/ 75009 h 75010"/>
                <a:gd name="connsiteX0-59" fmla="*/ 358192 w 358192"/>
                <a:gd name="connsiteY0-60" fmla="*/ 0 h 75010"/>
                <a:gd name="connsiteX1-61" fmla="*/ 320687 w 358192"/>
                <a:gd name="connsiteY1-62" fmla="*/ 75009 h 75010"/>
                <a:gd name="connsiteX2-63" fmla="*/ 0 w 358192"/>
                <a:gd name="connsiteY2-64" fmla="*/ 75010 h 75010"/>
              </a:gdLst>
              <a:ahLst/>
              <a:cxnLst>
                <a:cxn ang="0">
                  <a:pos x="connsiteX0-1" y="connsiteY0-2"/>
                </a:cxn>
                <a:cxn ang="0">
                  <a:pos x="connsiteX1-3" y="connsiteY1-4"/>
                </a:cxn>
                <a:cxn ang="0">
                  <a:pos x="connsiteX2-5" y="connsiteY2-6"/>
                </a:cxn>
              </a:cxnLst>
              <a:rect l="l" t="t" r="r" b="b"/>
              <a:pathLst>
                <a:path w="358192" h="75010">
                  <a:moveTo>
                    <a:pt x="358192" y="0"/>
                  </a:moveTo>
                  <a:lnTo>
                    <a:pt x="320687" y="75009"/>
                  </a:lnTo>
                  <a:lnTo>
                    <a:pt x="0" y="75010"/>
                  </a:lnTo>
                </a:path>
              </a:pathLst>
            </a:custGeom>
            <a:noFill/>
            <a:ln>
              <a:solidFill>
                <a:srgbClr val="00B0F0"/>
              </a:solidFill>
              <a:tailEnd type="diamond"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0" name="矩形 9">
              <a:extLst>
                <a:ext uri="{FF2B5EF4-FFF2-40B4-BE49-F238E27FC236}">
                  <a16:creationId xmlns:a16="http://schemas.microsoft.com/office/drawing/2014/main" id="{ED237AC2-3AEB-46ED-8BAC-3650FF5362FA}"/>
                </a:ext>
              </a:extLst>
            </p:cNvPr>
            <p:cNvSpPr/>
            <p:nvPr/>
          </p:nvSpPr>
          <p:spPr>
            <a:xfrm flipV="1">
              <a:off x="5411" y="53728"/>
              <a:ext cx="12186591" cy="737445"/>
            </a:xfrm>
            <a:prstGeom prst="rect">
              <a:avLst/>
            </a:prstGeom>
            <a:gradFill flip="none" rotWithShape="1">
              <a:gsLst>
                <a:gs pos="0">
                  <a:srgbClr val="00448E">
                    <a:alpha val="15000"/>
                  </a:srgbClr>
                </a:gs>
                <a:gs pos="49000">
                  <a:srgbClr val="00448E">
                    <a:alpha val="0"/>
                  </a:srgbClr>
                </a:gs>
              </a:gsLst>
              <a:lin ang="5400000" scaled="1"/>
              <a:tileRect/>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1" name="矩形 10">
              <a:extLst>
                <a:ext uri="{FF2B5EF4-FFF2-40B4-BE49-F238E27FC236}">
                  <a16:creationId xmlns:a16="http://schemas.microsoft.com/office/drawing/2014/main" id="{1968515E-08C3-435A-980E-BF558FA7CD0F}"/>
                </a:ext>
              </a:extLst>
            </p:cNvPr>
            <p:cNvSpPr/>
            <p:nvPr/>
          </p:nvSpPr>
          <p:spPr>
            <a:xfrm>
              <a:off x="5411" y="762785"/>
              <a:ext cx="12229774" cy="45719"/>
            </a:xfrm>
            <a:prstGeom prst="rect">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mn-cs"/>
              </a:endParaRPr>
            </a:p>
          </p:txBody>
        </p:sp>
        <p:grpSp>
          <p:nvGrpSpPr>
            <p:cNvPr id="12" name="组合 11">
              <a:extLst>
                <a:ext uri="{FF2B5EF4-FFF2-40B4-BE49-F238E27FC236}">
                  <a16:creationId xmlns:a16="http://schemas.microsoft.com/office/drawing/2014/main" id="{29A54950-187F-4E9C-B865-F8540E4B0F10}"/>
                </a:ext>
              </a:extLst>
            </p:cNvPr>
            <p:cNvGrpSpPr/>
            <p:nvPr/>
          </p:nvGrpSpPr>
          <p:grpSpPr>
            <a:xfrm>
              <a:off x="-50432" y="682379"/>
              <a:ext cx="539237" cy="94600"/>
              <a:chOff x="-55843" y="628650"/>
              <a:chExt cx="539237" cy="94600"/>
            </a:xfrm>
          </p:grpSpPr>
          <p:sp>
            <p:nvSpPr>
              <p:cNvPr id="17" name="平行四边形 16">
                <a:extLst>
                  <a:ext uri="{FF2B5EF4-FFF2-40B4-BE49-F238E27FC236}">
                    <a16:creationId xmlns:a16="http://schemas.microsoft.com/office/drawing/2014/main" id="{D6F9A2E4-8D53-4EA2-B972-AB284065EA63}"/>
                  </a:ext>
                </a:extLst>
              </p:cNvPr>
              <p:cNvSpPr/>
              <p:nvPr/>
            </p:nvSpPr>
            <p:spPr>
              <a:xfrm flipH="1">
                <a:off x="-55843"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8" name="平行四边形 17">
                <a:extLst>
                  <a:ext uri="{FF2B5EF4-FFF2-40B4-BE49-F238E27FC236}">
                    <a16:creationId xmlns:a16="http://schemas.microsoft.com/office/drawing/2014/main" id="{72AA39BE-D714-4D77-B8A7-54C7CDE57E6E}"/>
                  </a:ext>
                </a:extLst>
              </p:cNvPr>
              <p:cNvSpPr/>
              <p:nvPr/>
            </p:nvSpPr>
            <p:spPr>
              <a:xfrm flipH="1">
                <a:off x="29990"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9" name="平行四边形 18">
                <a:extLst>
                  <a:ext uri="{FF2B5EF4-FFF2-40B4-BE49-F238E27FC236}">
                    <a16:creationId xmlns:a16="http://schemas.microsoft.com/office/drawing/2014/main" id="{FCB174F2-6DE0-4684-A8ED-E0F20F53D450}"/>
                  </a:ext>
                </a:extLst>
              </p:cNvPr>
              <p:cNvSpPr/>
              <p:nvPr/>
            </p:nvSpPr>
            <p:spPr>
              <a:xfrm flipH="1">
                <a:off x="115823"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20" name="平行四边形 19">
                <a:extLst>
                  <a:ext uri="{FF2B5EF4-FFF2-40B4-BE49-F238E27FC236}">
                    <a16:creationId xmlns:a16="http://schemas.microsoft.com/office/drawing/2014/main" id="{0D15C374-FD35-4DA9-A9B0-4AB06273ADBC}"/>
                  </a:ext>
                </a:extLst>
              </p:cNvPr>
              <p:cNvSpPr/>
              <p:nvPr/>
            </p:nvSpPr>
            <p:spPr>
              <a:xfrm flipH="1">
                <a:off x="201656"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21" name="平行四边形 20">
                <a:extLst>
                  <a:ext uri="{FF2B5EF4-FFF2-40B4-BE49-F238E27FC236}">
                    <a16:creationId xmlns:a16="http://schemas.microsoft.com/office/drawing/2014/main" id="{AD8A548E-0B81-408F-ADDD-148D62F17169}"/>
                  </a:ext>
                </a:extLst>
              </p:cNvPr>
              <p:cNvSpPr/>
              <p:nvPr/>
            </p:nvSpPr>
            <p:spPr>
              <a:xfrm flipH="1">
                <a:off x="287489"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22" name="平行四边形 21">
                <a:extLst>
                  <a:ext uri="{FF2B5EF4-FFF2-40B4-BE49-F238E27FC236}">
                    <a16:creationId xmlns:a16="http://schemas.microsoft.com/office/drawing/2014/main" id="{9CE8D40F-C01A-4472-B2FF-AA86E40993D8}"/>
                  </a:ext>
                </a:extLst>
              </p:cNvPr>
              <p:cNvSpPr/>
              <p:nvPr/>
            </p:nvSpPr>
            <p:spPr>
              <a:xfrm flipH="1">
                <a:off x="373320"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mn-cs"/>
                </a:endParaRPr>
              </a:p>
            </p:txBody>
          </p:sp>
        </p:grpSp>
        <p:sp>
          <p:nvSpPr>
            <p:cNvPr id="13" name="平行四边形 12">
              <a:extLst>
                <a:ext uri="{FF2B5EF4-FFF2-40B4-BE49-F238E27FC236}">
                  <a16:creationId xmlns:a16="http://schemas.microsoft.com/office/drawing/2014/main" id="{7BC82760-8CA4-4F41-9CF2-10466BFD4364}"/>
                </a:ext>
              </a:extLst>
            </p:cNvPr>
            <p:cNvSpPr/>
            <p:nvPr/>
          </p:nvSpPr>
          <p:spPr>
            <a:xfrm>
              <a:off x="514462" y="800588"/>
              <a:ext cx="69503" cy="31175"/>
            </a:xfrm>
            <a:prstGeom prst="parallelogram">
              <a:avLst>
                <a:gd name="adj" fmla="val 74000"/>
              </a:avLst>
            </a:prstGeom>
            <a:solidFill>
              <a:srgbClr val="00B0F0">
                <a:alpha val="30000"/>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5" name="平行四边形 14">
              <a:extLst>
                <a:ext uri="{FF2B5EF4-FFF2-40B4-BE49-F238E27FC236}">
                  <a16:creationId xmlns:a16="http://schemas.microsoft.com/office/drawing/2014/main" id="{2CF28AAC-150F-4C44-AB68-8A18F323EDA6}"/>
                </a:ext>
              </a:extLst>
            </p:cNvPr>
            <p:cNvSpPr/>
            <p:nvPr/>
          </p:nvSpPr>
          <p:spPr>
            <a:xfrm>
              <a:off x="445406" y="800588"/>
              <a:ext cx="69503" cy="31175"/>
            </a:xfrm>
            <a:prstGeom prst="parallelogram">
              <a:avLst>
                <a:gd name="adj" fmla="val 74000"/>
              </a:avLst>
            </a:prstGeom>
            <a:solidFill>
              <a:srgbClr val="00B0F0">
                <a:alpha val="20000"/>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6" name="平行四边形 15">
              <a:extLst>
                <a:ext uri="{FF2B5EF4-FFF2-40B4-BE49-F238E27FC236}">
                  <a16:creationId xmlns:a16="http://schemas.microsoft.com/office/drawing/2014/main" id="{FB90FD3E-4D21-4144-86B7-2799A3ECFE60}"/>
                </a:ext>
              </a:extLst>
            </p:cNvPr>
            <p:cNvSpPr/>
            <p:nvPr/>
          </p:nvSpPr>
          <p:spPr>
            <a:xfrm>
              <a:off x="376350" y="800588"/>
              <a:ext cx="69503" cy="31175"/>
            </a:xfrm>
            <a:prstGeom prst="parallelogram">
              <a:avLst>
                <a:gd name="adj" fmla="val 74000"/>
              </a:avLst>
            </a:prstGeom>
            <a:solidFill>
              <a:srgbClr val="00B0F0">
                <a:alpha val="10000"/>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grpSp>
      <p:sp>
        <p:nvSpPr>
          <p:cNvPr id="26" name="矩形 25">
            <a:extLst>
              <a:ext uri="{FF2B5EF4-FFF2-40B4-BE49-F238E27FC236}">
                <a16:creationId xmlns:a16="http://schemas.microsoft.com/office/drawing/2014/main" id="{E1A4C085-7788-4403-95C2-B5346D0E73F7}"/>
              </a:ext>
            </a:extLst>
          </p:cNvPr>
          <p:cNvSpPr/>
          <p:nvPr/>
        </p:nvSpPr>
        <p:spPr>
          <a:xfrm>
            <a:off x="11715750" y="6429539"/>
            <a:ext cx="476250" cy="428461"/>
          </a:xfrm>
          <a:prstGeom prst="rect">
            <a:avLst/>
          </a:prstGeom>
          <a:solidFill>
            <a:srgbClr val="0044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latin typeface="微软雅黑" panose="020B0503020204020204" pitchFamily="34" charset="-122"/>
                <a:ea typeface="微软雅黑" panose="020B0503020204020204" pitchFamily="34" charset="-122"/>
                <a:cs typeface="Times New Roman" panose="02020603050405020304" pitchFamily="18" charset="0"/>
              </a:rPr>
              <a:t>7</a:t>
            </a:r>
            <a:endParaRPr kumimoji="1" lang="zh-CN" altLang="en-US"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1" name="椭圆 40">
            <a:extLst>
              <a:ext uri="{FF2B5EF4-FFF2-40B4-BE49-F238E27FC236}">
                <a16:creationId xmlns:a16="http://schemas.microsoft.com/office/drawing/2014/main" id="{D129E38A-1E81-5FA9-EE82-5F1415E91C83}"/>
              </a:ext>
            </a:extLst>
          </p:cNvPr>
          <p:cNvSpPr/>
          <p:nvPr/>
        </p:nvSpPr>
        <p:spPr>
          <a:xfrm>
            <a:off x="2286000" y="1219201"/>
            <a:ext cx="152400" cy="228600"/>
          </a:xfrm>
          <a:prstGeom prst="ellipse">
            <a:avLst/>
          </a:prstGeom>
          <a:solidFill>
            <a:srgbClr val="BBE0E3"/>
          </a:solidFill>
          <a:ln w="25400" cap="flat" cmpd="sng" algn="ctr">
            <a:solidFill>
              <a:srgbClr val="BBE0E3">
                <a:shade val="50000"/>
              </a:srgbClr>
            </a:solidFill>
            <a:prstDash val="solid"/>
          </a:ln>
          <a:effectLst>
            <a:innerShdw blurRad="63500" dist="50800" dir="13500000">
              <a:prstClr val="black">
                <a:alpha val="50000"/>
              </a:prstClr>
            </a:innerShdw>
          </a:effectLst>
          <a:scene3d>
            <a:camera prst="perspectiveFront" fov="3000000"/>
            <a:lightRig rig="threePt" dir="t"/>
          </a:scene3d>
          <a:sp3d>
            <a:bevelT/>
            <a:bevelB prst="angle"/>
          </a:sp3d>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2" name="圆角矩形 21">
            <a:extLst>
              <a:ext uri="{FF2B5EF4-FFF2-40B4-BE49-F238E27FC236}">
                <a16:creationId xmlns:a16="http://schemas.microsoft.com/office/drawing/2014/main" id="{F05DEAEC-375E-666A-BECB-70B4C90E61FA}"/>
              </a:ext>
            </a:extLst>
          </p:cNvPr>
          <p:cNvSpPr>
            <a:spLocks noChangeArrowheads="1"/>
          </p:cNvSpPr>
          <p:nvPr/>
        </p:nvSpPr>
        <p:spPr bwMode="auto">
          <a:xfrm>
            <a:off x="228600" y="990600"/>
            <a:ext cx="3061447" cy="511175"/>
          </a:xfrm>
          <a:prstGeom prst="roundRect">
            <a:avLst>
              <a:gd name="adj" fmla="val 16667"/>
            </a:avLst>
          </a:prstGeom>
          <a:solidFill>
            <a:srgbClr val="0070C0"/>
          </a:solidFill>
          <a:ln w="25400" cap="flat" cmpd="sng" algn="ctr">
            <a:noFill/>
            <a:prstDash val="solid"/>
          </a:ln>
          <a:effectLst/>
        </p:spPr>
        <p:txBody>
          <a:bodyPr wrap="squar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4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明渠水流的三种流态</a:t>
            </a:r>
          </a:p>
        </p:txBody>
      </p:sp>
      <p:pic>
        <p:nvPicPr>
          <p:cNvPr id="49" name="Picture 1">
            <a:extLst>
              <a:ext uri="{FF2B5EF4-FFF2-40B4-BE49-F238E27FC236}">
                <a16:creationId xmlns:a16="http://schemas.microsoft.com/office/drawing/2014/main" id="{F127405F-83B0-5492-D48B-BB9962417253}"/>
              </a:ext>
            </a:extLst>
          </p:cNvPr>
          <p:cNvPicPr>
            <a:picLocks noChangeArrowheads="1"/>
          </p:cNvPicPr>
          <p:nvPr/>
        </p:nvPicPr>
        <p:blipFill>
          <a:blip r:embed="rId5">
            <a:extLst>
              <a:ext uri="{28A0092B-C50C-407E-A947-70E740481C1C}">
                <a14:useLocalDpi xmlns:a14="http://schemas.microsoft.com/office/drawing/2010/main" val="0"/>
              </a:ext>
            </a:extLst>
          </a:blip>
          <a:srcRect l="58975" t="46240" r="17978" b="43742"/>
          <a:stretch>
            <a:fillRect/>
          </a:stretch>
        </p:blipFill>
        <p:spPr bwMode="auto">
          <a:xfrm>
            <a:off x="5821536" y="3141068"/>
            <a:ext cx="3738563" cy="297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0" name="直接连接符 49">
            <a:extLst>
              <a:ext uri="{FF2B5EF4-FFF2-40B4-BE49-F238E27FC236}">
                <a16:creationId xmlns:a16="http://schemas.microsoft.com/office/drawing/2014/main" id="{E8766A48-A0FD-A354-AFA4-881B7D5EF2A8}"/>
              </a:ext>
            </a:extLst>
          </p:cNvPr>
          <p:cNvCxnSpPr/>
          <p:nvPr/>
        </p:nvCxnSpPr>
        <p:spPr>
          <a:xfrm>
            <a:off x="2248694" y="1730376"/>
            <a:ext cx="7694612" cy="0"/>
          </a:xfrm>
          <a:prstGeom prst="line">
            <a:avLst/>
          </a:prstGeom>
          <a:noFill/>
          <a:ln w="25400" cap="flat" cmpd="sng" algn="ctr">
            <a:solidFill>
              <a:schemeClr val="accent5"/>
            </a:solidFill>
            <a:prstDash val="solid"/>
          </a:ln>
          <a:effectLst/>
        </p:spPr>
      </p:cxnSp>
      <p:sp>
        <p:nvSpPr>
          <p:cNvPr id="51" name="同心圆 12">
            <a:extLst>
              <a:ext uri="{FF2B5EF4-FFF2-40B4-BE49-F238E27FC236}">
                <a16:creationId xmlns:a16="http://schemas.microsoft.com/office/drawing/2014/main" id="{070F5969-A473-9398-0743-F43A92C6866A}"/>
              </a:ext>
            </a:extLst>
          </p:cNvPr>
          <p:cNvSpPr/>
          <p:nvPr/>
        </p:nvSpPr>
        <p:spPr>
          <a:xfrm>
            <a:off x="3512747" y="4726969"/>
            <a:ext cx="217448" cy="178419"/>
          </a:xfrm>
          <a:prstGeom prst="donut">
            <a:avLst/>
          </a:prstGeom>
          <a:solidFill>
            <a:srgbClr val="3D74A7"/>
          </a:solidFill>
          <a:ln w="25400" cap="flat" cmpd="sng" algn="ctr">
            <a:solidFill>
              <a:srgbClr val="BBE0E3">
                <a:shade val="50000"/>
              </a:srgbClr>
            </a:solidFill>
            <a:prstDash val="solid"/>
          </a:ln>
          <a:effectLst>
            <a:glow rad="63500">
              <a:srgbClr val="BBE0E3">
                <a:satMod val="175000"/>
                <a:alpha val="40000"/>
              </a:srgbClr>
            </a:glow>
            <a:innerShdw blurRad="63500" dist="50800" dir="13500000">
              <a:prstClr val="black">
                <a:alpha val="50000"/>
              </a:prstClr>
            </a:innerShdw>
          </a:effectLst>
        </p:spPr>
        <p:txBody>
          <a:bodyPr anchor="ctr"/>
          <a:lstStyle/>
          <a:p>
            <a:pPr marL="0" marR="0" lvl="0" indent="0" algn="ctr" defTabSz="914400" eaLnBrk="0" fontAlgn="auto"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2" name="同心圆 14">
            <a:extLst>
              <a:ext uri="{FF2B5EF4-FFF2-40B4-BE49-F238E27FC236}">
                <a16:creationId xmlns:a16="http://schemas.microsoft.com/office/drawing/2014/main" id="{0A58C4C2-04E1-8FAF-7821-6282C7B46B9F}"/>
              </a:ext>
            </a:extLst>
          </p:cNvPr>
          <p:cNvSpPr/>
          <p:nvPr/>
        </p:nvSpPr>
        <p:spPr>
          <a:xfrm>
            <a:off x="3375199" y="4646018"/>
            <a:ext cx="461962" cy="333375"/>
          </a:xfrm>
          <a:prstGeom prst="donut">
            <a:avLst>
              <a:gd name="adj" fmla="val 11842"/>
            </a:avLst>
          </a:prstGeom>
          <a:solidFill>
            <a:srgbClr val="3D74A7"/>
          </a:solidFill>
          <a:ln w="25400" cap="flat" cmpd="sng" algn="ctr">
            <a:solidFill>
              <a:srgbClr val="BBE0E3">
                <a:shade val="50000"/>
              </a:srgbClr>
            </a:solidFill>
            <a:prstDash val="solid"/>
          </a:ln>
          <a:effectLst>
            <a:outerShdw blurRad="50800" dist="38100" dir="18900000" algn="b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3" name="同心圆 15">
            <a:extLst>
              <a:ext uri="{FF2B5EF4-FFF2-40B4-BE49-F238E27FC236}">
                <a16:creationId xmlns:a16="http://schemas.microsoft.com/office/drawing/2014/main" id="{F8DF5091-BF6C-072B-F76D-1045BEC89FC3}"/>
              </a:ext>
            </a:extLst>
          </p:cNvPr>
          <p:cNvSpPr/>
          <p:nvPr/>
        </p:nvSpPr>
        <p:spPr>
          <a:xfrm>
            <a:off x="3210099" y="4523781"/>
            <a:ext cx="823912" cy="557212"/>
          </a:xfrm>
          <a:prstGeom prst="donut">
            <a:avLst>
              <a:gd name="adj" fmla="val 9592"/>
            </a:avLst>
          </a:prstGeom>
          <a:solidFill>
            <a:srgbClr val="2F5597"/>
          </a:solidFill>
          <a:ln w="25400" cap="flat" cmpd="sng" algn="ctr">
            <a:solidFill>
              <a:srgbClr val="BBE0E3">
                <a:shade val="50000"/>
              </a:srgbClr>
            </a:solidFill>
            <a:prstDash val="solid"/>
          </a:ln>
          <a:effectLst>
            <a:outerShdw blurRad="50800" dist="38100" dir="18900000" algn="b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4" name="同心圆 16">
            <a:extLst>
              <a:ext uri="{FF2B5EF4-FFF2-40B4-BE49-F238E27FC236}">
                <a16:creationId xmlns:a16="http://schemas.microsoft.com/office/drawing/2014/main" id="{95262A30-868E-572F-15CE-3952C50E6A16}"/>
              </a:ext>
            </a:extLst>
          </p:cNvPr>
          <p:cNvSpPr/>
          <p:nvPr/>
        </p:nvSpPr>
        <p:spPr>
          <a:xfrm>
            <a:off x="2918952" y="4287354"/>
            <a:ext cx="1385431" cy="1059365"/>
          </a:xfrm>
          <a:prstGeom prst="donut">
            <a:avLst>
              <a:gd name="adj" fmla="val 12637"/>
            </a:avLst>
          </a:prstGeom>
          <a:solidFill>
            <a:srgbClr val="BBE0E3"/>
          </a:solidFill>
          <a:ln w="25400" cap="flat" cmpd="sng" algn="ctr">
            <a:solidFill>
              <a:srgbClr val="BBE0E3">
                <a:shade val="50000"/>
              </a:srgbClr>
            </a:solidFill>
            <a:prstDash val="solid"/>
          </a:ln>
          <a:effectLst>
            <a:glow rad="101600">
              <a:srgbClr val="BBE0E3">
                <a:satMod val="175000"/>
                <a:alpha val="40000"/>
              </a:srgbClr>
            </a:glow>
            <a:innerShdw blurRad="63500" dist="50800" dir="13500000">
              <a:prstClr val="black">
                <a:alpha val="50000"/>
              </a:prstClr>
            </a:innerShdw>
            <a:softEdge rad="12700"/>
          </a:effectLst>
        </p:spPr>
        <p:txBody>
          <a:bodyPr anchor="ctr"/>
          <a:lstStyle/>
          <a:p>
            <a:pPr marL="0" marR="0" lvl="0" indent="0" algn="ctr" defTabSz="914400" eaLnBrk="0" fontAlgn="auto"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5" name="同心圆 17">
            <a:extLst>
              <a:ext uri="{FF2B5EF4-FFF2-40B4-BE49-F238E27FC236}">
                <a16:creationId xmlns:a16="http://schemas.microsoft.com/office/drawing/2014/main" id="{A85A6F72-218F-AA46-4A49-D69C47014079}"/>
              </a:ext>
            </a:extLst>
          </p:cNvPr>
          <p:cNvSpPr/>
          <p:nvPr/>
        </p:nvSpPr>
        <p:spPr>
          <a:xfrm>
            <a:off x="2583142" y="4044007"/>
            <a:ext cx="2037779" cy="1550020"/>
          </a:xfrm>
          <a:prstGeom prst="donut">
            <a:avLst>
              <a:gd name="adj" fmla="val 8737"/>
            </a:avLst>
          </a:prstGeom>
          <a:solidFill>
            <a:srgbClr val="6DA6D9"/>
          </a:solidFill>
          <a:ln w="25400" cap="flat" cmpd="sng" algn="ctr">
            <a:solidFill>
              <a:srgbClr val="BBE0E3">
                <a:shade val="50000"/>
              </a:srgbClr>
            </a:solidFill>
            <a:prstDash val="solid"/>
          </a:ln>
          <a:effectLst>
            <a:glow rad="101600">
              <a:srgbClr val="BBE0E3">
                <a:satMod val="175000"/>
                <a:alpha val="40000"/>
              </a:srgbClr>
            </a:glow>
            <a:innerShdw blurRad="63500" dist="50800" dir="13500000">
              <a:prstClr val="black">
                <a:alpha val="50000"/>
              </a:prstClr>
            </a:innerShdw>
            <a:softEdge rad="12700"/>
          </a:effectLst>
        </p:spPr>
        <p:txBody>
          <a:bodyPr anchor="ctr"/>
          <a:lstStyle/>
          <a:p>
            <a:pPr marL="0" marR="0" lvl="0" indent="0" algn="ctr" defTabSz="914400" eaLnBrk="0" fontAlgn="auto"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6" name="同心圆 18">
            <a:extLst>
              <a:ext uri="{FF2B5EF4-FFF2-40B4-BE49-F238E27FC236}">
                <a16:creationId xmlns:a16="http://schemas.microsoft.com/office/drawing/2014/main" id="{08A811B9-6E70-0F2A-7961-E3C5C84917D4}"/>
              </a:ext>
            </a:extLst>
          </p:cNvPr>
          <p:cNvSpPr/>
          <p:nvPr/>
        </p:nvSpPr>
        <p:spPr>
          <a:xfrm>
            <a:off x="2363179" y="3678375"/>
            <a:ext cx="2488516" cy="2136524"/>
          </a:xfrm>
          <a:prstGeom prst="donut">
            <a:avLst>
              <a:gd name="adj" fmla="val 5573"/>
            </a:avLst>
          </a:prstGeom>
          <a:solidFill>
            <a:srgbClr val="69A4D9"/>
          </a:solidFill>
          <a:ln w="25400" cap="flat" cmpd="sng" algn="ctr">
            <a:solidFill>
              <a:srgbClr val="BBE0E3">
                <a:shade val="50000"/>
              </a:srgbClr>
            </a:solidFill>
            <a:prstDash val="solid"/>
          </a:ln>
          <a:effectLst>
            <a:innerShdw blurRad="63500" dist="50800" dir="13500000">
              <a:prstClr val="black">
                <a:alpha val="50000"/>
              </a:prstClr>
            </a:innerShdw>
            <a:softEdge rad="31750"/>
          </a:effectLst>
          <a:scene3d>
            <a:camera prst="perspectiveAbove"/>
            <a:lightRig rig="threePt" dir="t"/>
          </a:scene3d>
        </p:spPr>
        <p:txBody>
          <a:bodyPr anchor="ctr"/>
          <a:lstStyle/>
          <a:p>
            <a:pPr marL="0" marR="0" lvl="0" indent="0" algn="ctr" defTabSz="914400" eaLnBrk="0" fontAlgn="auto"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7" name="同心圆 19">
            <a:extLst>
              <a:ext uri="{FF2B5EF4-FFF2-40B4-BE49-F238E27FC236}">
                <a16:creationId xmlns:a16="http://schemas.microsoft.com/office/drawing/2014/main" id="{7B84FA03-FB31-588D-6F65-985606BF0443}"/>
              </a:ext>
            </a:extLst>
          </p:cNvPr>
          <p:cNvSpPr/>
          <p:nvPr/>
        </p:nvSpPr>
        <p:spPr>
          <a:xfrm>
            <a:off x="2083709" y="3499453"/>
            <a:ext cx="3119553" cy="2590299"/>
          </a:xfrm>
          <a:prstGeom prst="donut">
            <a:avLst>
              <a:gd name="adj" fmla="val 8093"/>
            </a:avLst>
          </a:prstGeom>
          <a:solidFill>
            <a:srgbClr val="91BCE3"/>
          </a:solidFill>
          <a:ln w="25400" cap="flat" cmpd="sng" algn="ctr">
            <a:solidFill>
              <a:srgbClr val="BBE0E3">
                <a:shade val="50000"/>
              </a:srgbClr>
            </a:solidFill>
            <a:prstDash val="solid"/>
          </a:ln>
          <a:effectLst>
            <a:softEdge rad="63500"/>
          </a:effectLst>
          <a:scene3d>
            <a:camera prst="perspectiveFront"/>
            <a:lightRig rig="threePt" dir="t"/>
          </a:scene3d>
        </p:spPr>
        <p:txBody>
          <a:bodyPr anchor="ctr"/>
          <a:lstStyle/>
          <a:p>
            <a:pPr marL="0" marR="0" lvl="0" indent="0" algn="ctr" defTabSz="914400" eaLnBrk="0" fontAlgn="auto"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58" name="矩形 22">
            <a:extLst>
              <a:ext uri="{FF2B5EF4-FFF2-40B4-BE49-F238E27FC236}">
                <a16:creationId xmlns:a16="http://schemas.microsoft.com/office/drawing/2014/main" id="{C32FCDB8-3544-8948-58F4-BC4EC158C287}"/>
              </a:ext>
            </a:extLst>
          </p:cNvPr>
          <p:cNvSpPr>
            <a:spLocks noChangeArrowheads="1"/>
          </p:cNvSpPr>
          <p:nvPr/>
        </p:nvSpPr>
        <p:spPr bwMode="auto">
          <a:xfrm>
            <a:off x="1586086" y="2163168"/>
            <a:ext cx="1319592" cy="430887"/>
          </a:xfrm>
          <a:prstGeom prst="rect">
            <a:avLst/>
          </a:prstGeom>
          <a:noFill/>
          <a:ln w="9525">
            <a:noFill/>
            <a:miter lim="800000"/>
          </a:ln>
        </p:spPr>
        <p:txBody>
          <a:bodyPr wrap="none">
            <a:spAutoFit/>
          </a:bodyPr>
          <a:lstStyle/>
          <a:p>
            <a:pPr eaLnBrk="0" fontAlgn="base" hangingPunct="0">
              <a:spcBef>
                <a:spcPct val="0"/>
              </a:spcBef>
              <a:spcAft>
                <a:spcPct val="0"/>
              </a:spcAft>
              <a:defRPr/>
            </a:pPr>
            <a:r>
              <a:rPr lang="zh-CN" altLang="en-US" sz="2200" b="1" dirty="0">
                <a:solidFill>
                  <a:srgbClr val="000000"/>
                </a:solidFill>
                <a:latin typeface="微软雅黑" panose="020B0503020204020204" pitchFamily="34" charset="-122"/>
                <a:ea typeface="微软雅黑" panose="020B0503020204020204" pitchFamily="34" charset="-122"/>
                <a:cs typeface="+mn-ea"/>
                <a:sym typeface="+mn-lt"/>
              </a:rPr>
              <a:t>静止水面</a:t>
            </a:r>
          </a:p>
        </p:txBody>
      </p:sp>
      <p:sp>
        <p:nvSpPr>
          <p:cNvPr id="59" name="矩形 23">
            <a:extLst>
              <a:ext uri="{FF2B5EF4-FFF2-40B4-BE49-F238E27FC236}">
                <a16:creationId xmlns:a16="http://schemas.microsoft.com/office/drawing/2014/main" id="{407E0478-6808-105A-952F-F95EFFE60335}"/>
              </a:ext>
            </a:extLst>
          </p:cNvPr>
          <p:cNvSpPr>
            <a:spLocks noChangeArrowheads="1"/>
          </p:cNvSpPr>
          <p:nvPr/>
        </p:nvSpPr>
        <p:spPr bwMode="auto">
          <a:xfrm>
            <a:off x="2957686" y="2544168"/>
            <a:ext cx="1319592" cy="430887"/>
          </a:xfrm>
          <a:prstGeom prst="rect">
            <a:avLst/>
          </a:prstGeom>
          <a:noFill/>
          <a:ln w="9525">
            <a:noFill/>
            <a:miter lim="800000"/>
          </a:ln>
        </p:spPr>
        <p:txBody>
          <a:bodyPr wrap="none">
            <a:spAutoFit/>
          </a:bodyPr>
          <a:lstStyle/>
          <a:p>
            <a:pPr eaLnBrk="0" fontAlgn="base" hangingPunct="0">
              <a:spcBef>
                <a:spcPct val="0"/>
              </a:spcBef>
              <a:spcAft>
                <a:spcPct val="0"/>
              </a:spcAft>
              <a:defRPr/>
            </a:pPr>
            <a:r>
              <a:rPr lang="zh-CN" altLang="en-US" sz="2200" b="1" dirty="0">
                <a:solidFill>
                  <a:srgbClr val="000000"/>
                </a:solidFill>
                <a:latin typeface="微软雅黑" panose="020B0503020204020204" pitchFamily="34" charset="-122"/>
                <a:ea typeface="微软雅黑" panose="020B0503020204020204" pitchFamily="34" charset="-122"/>
                <a:cs typeface="+mn-ea"/>
                <a:sym typeface="+mn-lt"/>
              </a:rPr>
              <a:t>受到扰动</a:t>
            </a:r>
          </a:p>
        </p:txBody>
      </p:sp>
      <p:sp>
        <p:nvSpPr>
          <p:cNvPr id="60" name="矩形 24">
            <a:extLst>
              <a:ext uri="{FF2B5EF4-FFF2-40B4-BE49-F238E27FC236}">
                <a16:creationId xmlns:a16="http://schemas.microsoft.com/office/drawing/2014/main" id="{AFC12849-6D36-DE26-1E0A-09A57FEE2FC1}"/>
              </a:ext>
            </a:extLst>
          </p:cNvPr>
          <p:cNvSpPr>
            <a:spLocks noChangeArrowheads="1"/>
          </p:cNvSpPr>
          <p:nvPr/>
        </p:nvSpPr>
        <p:spPr bwMode="auto">
          <a:xfrm>
            <a:off x="4253086" y="2772768"/>
            <a:ext cx="1319592" cy="430887"/>
          </a:xfrm>
          <a:prstGeom prst="rect">
            <a:avLst/>
          </a:prstGeom>
          <a:noFill/>
          <a:ln w="9525">
            <a:noFill/>
            <a:miter lim="800000"/>
          </a:ln>
        </p:spPr>
        <p:txBody>
          <a:bodyPr wrap="none">
            <a:spAutoFit/>
          </a:bodyPr>
          <a:lstStyle/>
          <a:p>
            <a:pPr eaLnBrk="0" fontAlgn="base" hangingPunct="0">
              <a:spcBef>
                <a:spcPct val="0"/>
              </a:spcBef>
              <a:spcAft>
                <a:spcPct val="0"/>
              </a:spcAft>
              <a:defRPr/>
            </a:pPr>
            <a:r>
              <a:rPr lang="zh-CN" altLang="en-US" sz="2200" b="1" dirty="0">
                <a:solidFill>
                  <a:srgbClr val="000000"/>
                </a:solidFill>
                <a:latin typeface="微软雅黑" panose="020B0503020204020204" pitchFamily="34" charset="-122"/>
                <a:ea typeface="微软雅黑" panose="020B0503020204020204" pitchFamily="34" charset="-122"/>
                <a:cs typeface="+mn-ea"/>
                <a:sym typeface="+mn-lt"/>
              </a:rPr>
              <a:t>微波传播</a:t>
            </a:r>
          </a:p>
        </p:txBody>
      </p:sp>
      <p:sp>
        <p:nvSpPr>
          <p:cNvPr id="61" name="椭圆 60">
            <a:extLst>
              <a:ext uri="{FF2B5EF4-FFF2-40B4-BE49-F238E27FC236}">
                <a16:creationId xmlns:a16="http://schemas.microsoft.com/office/drawing/2014/main" id="{880F0C1C-AF7D-F3FD-F443-A5C6EBE03C3D}"/>
              </a:ext>
            </a:extLst>
          </p:cNvPr>
          <p:cNvSpPr/>
          <p:nvPr/>
        </p:nvSpPr>
        <p:spPr>
          <a:xfrm>
            <a:off x="7793310" y="1771512"/>
            <a:ext cx="190500" cy="243840"/>
          </a:xfrm>
          <a:prstGeom prst="ellipse">
            <a:avLst/>
          </a:prstGeom>
          <a:solidFill>
            <a:srgbClr val="BBE0E3"/>
          </a:solidFill>
          <a:ln w="25400" cap="flat" cmpd="sng" algn="ctr">
            <a:solidFill>
              <a:srgbClr val="BBE0E3">
                <a:shade val="50000"/>
              </a:srgbClr>
            </a:solidFill>
            <a:prstDash val="solid"/>
          </a:ln>
          <a:effectLst>
            <a:innerShdw blurRad="63500" dist="50800" dir="13500000">
              <a:prstClr val="black">
                <a:alpha val="50000"/>
              </a:prstClr>
            </a:innerShdw>
          </a:effectLst>
          <a:scene3d>
            <a:camera prst="perspectiveFront" fov="3000000"/>
            <a:lightRig rig="threePt" dir="t"/>
          </a:scene3d>
          <a:sp3d>
            <a:bevelT/>
            <a:bevelB prst="angle"/>
          </a:sp3d>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pic>
        <p:nvPicPr>
          <p:cNvPr id="62" name="Picture 1">
            <a:extLst>
              <a:ext uri="{FF2B5EF4-FFF2-40B4-BE49-F238E27FC236}">
                <a16:creationId xmlns:a16="http://schemas.microsoft.com/office/drawing/2014/main" id="{DC5B7352-9D84-DBD9-7224-2A7376C92782}"/>
              </a:ext>
            </a:extLst>
          </p:cNvPr>
          <p:cNvPicPr>
            <a:picLocks noChangeArrowheads="1"/>
          </p:cNvPicPr>
          <p:nvPr/>
        </p:nvPicPr>
        <p:blipFill>
          <a:blip r:embed="rId6"/>
          <a:srcRect l="12003" t="49766" r="38831" b="41638"/>
          <a:stretch>
            <a:fillRect/>
          </a:stretch>
        </p:blipFill>
        <p:spPr bwMode="auto">
          <a:xfrm>
            <a:off x="5822519" y="3915768"/>
            <a:ext cx="3738563" cy="2260600"/>
          </a:xfrm>
          <a:prstGeom prst="rect">
            <a:avLst/>
          </a:prstGeom>
          <a:noFill/>
          <a:ln>
            <a:noFill/>
          </a:ln>
          <a:effectLst>
            <a:softEdge rad="317500"/>
          </a:effectLst>
        </p:spPr>
      </p:pic>
      <p:pic>
        <p:nvPicPr>
          <p:cNvPr id="63" name="图片 62">
            <a:extLst>
              <a:ext uri="{FF2B5EF4-FFF2-40B4-BE49-F238E27FC236}">
                <a16:creationId xmlns:a16="http://schemas.microsoft.com/office/drawing/2014/main" id="{2357E52B-28B4-F72A-F1FB-2652EC03EE8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564936" y="93145"/>
            <a:ext cx="3350597" cy="628003"/>
          </a:xfrm>
          <a:prstGeom prst="rect">
            <a:avLst/>
          </a:prstGeom>
        </p:spPr>
      </p:pic>
      <p:sp>
        <p:nvSpPr>
          <p:cNvPr id="37" name="TextBox 4">
            <a:extLst>
              <a:ext uri="{FF2B5EF4-FFF2-40B4-BE49-F238E27FC236}">
                <a16:creationId xmlns:a16="http://schemas.microsoft.com/office/drawing/2014/main" id="{05F38B06-B42E-4018-9A2E-A4199A6491F0}"/>
              </a:ext>
            </a:extLst>
          </p:cNvPr>
          <p:cNvSpPr txBox="1"/>
          <p:nvPr/>
        </p:nvSpPr>
        <p:spPr>
          <a:xfrm>
            <a:off x="190500" y="114300"/>
            <a:ext cx="5105400" cy="584775"/>
          </a:xfrm>
          <a:prstGeom prst="rect">
            <a:avLst/>
          </a:prstGeom>
          <a:noFill/>
          <a:ln>
            <a:noFill/>
          </a:ln>
        </p:spPr>
        <p:txBody>
          <a:bodyPr wrap="square" rtlCol="0">
            <a:spAutoFit/>
          </a:bodyPr>
          <a:lstStyle/>
          <a:p>
            <a:pPr>
              <a:defRPr/>
            </a:pPr>
            <a:r>
              <a:rPr lang="zh-CN" altLang="en-US" sz="3200" b="1" dirty="0">
                <a:latin typeface="Microsoft YaHei" panose="020B0503020204020204" pitchFamily="34" charset="-122"/>
                <a:ea typeface="Microsoft YaHei" panose="020B0503020204020204" pitchFamily="34" charset="-122"/>
                <a:sym typeface="+mn-ea"/>
              </a:rPr>
              <a:t>缓流与急流的定性判别</a:t>
            </a:r>
          </a:p>
        </p:txBody>
      </p:sp>
    </p:spTree>
    <p:custDataLst>
      <p:tags r:id="rId1"/>
    </p:custDataLst>
    <p:extLst>
      <p:ext uri="{BB962C8B-B14F-4D97-AF65-F5344CB8AC3E}">
        <p14:creationId xmlns:p14="http://schemas.microsoft.com/office/powerpoint/2010/main" val="320389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4.79167E-6 2.59259E-6 L -0.00209 0.54884 " pathEditMode="relative" rAng="0" ptsTypes="AA">
                                      <p:cBhvr>
                                        <p:cTn id="6" dur="1000" fill="hold"/>
                                        <p:tgtEl>
                                          <p:spTgt spid="61"/>
                                        </p:tgtEl>
                                        <p:attrNameLst>
                                          <p:attrName>ppt_x,ppt_y</p:attrName>
                                        </p:attrNameLst>
                                      </p:cBhvr>
                                      <p:rCtr x="-104" y="27431"/>
                                    </p:animMotion>
                                  </p:childTnLst>
                                </p:cTn>
                              </p:par>
                            </p:childTnLst>
                          </p:cTn>
                        </p:par>
                        <p:par>
                          <p:cTn id="7" fill="hold">
                            <p:stCondLst>
                              <p:cond delay="1000"/>
                            </p:stCondLst>
                            <p:childTnLst>
                              <p:par>
                                <p:cTn id="8" presetID="1" presetClass="entr" presetSubtype="0" fill="hold" nodeType="afterEffect">
                                  <p:stCondLst>
                                    <p:cond delay="0"/>
                                  </p:stCondLst>
                                  <p:childTnLst>
                                    <p:set>
                                      <p:cBhvr>
                                        <p:cTn id="9" dur="1" fill="hold">
                                          <p:stCondLst>
                                            <p:cond delay="0"/>
                                          </p:stCondLst>
                                        </p:cTn>
                                        <p:tgtEl>
                                          <p:spTgt spid="62"/>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0"/>
                                  </p:stCondLst>
                                  <p:childTnLst>
                                    <p:set>
                                      <p:cBhvr>
                                        <p:cTn id="12" dur="1" fill="hold">
                                          <p:stCondLst>
                                            <p:cond delay="0"/>
                                          </p:stCondLst>
                                        </p:cTn>
                                        <p:tgtEl>
                                          <p:spTgt spid="51"/>
                                        </p:tgtEl>
                                        <p:attrNameLst>
                                          <p:attrName>style.visibility</p:attrName>
                                        </p:attrNameLst>
                                      </p:cBhvr>
                                      <p:to>
                                        <p:strVal val="visible"/>
                                      </p:to>
                                    </p:set>
                                  </p:childTnLst>
                                </p:cTn>
                              </p:par>
                            </p:childTnLst>
                          </p:cTn>
                        </p:par>
                        <p:par>
                          <p:cTn id="13" fill="hold">
                            <p:stCondLst>
                              <p:cond delay="1000"/>
                            </p:stCondLst>
                            <p:childTnLst>
                              <p:par>
                                <p:cTn id="14" presetID="1" presetClass="entr" presetSubtype="0" fill="hold" nodeType="afterEffect">
                                  <p:stCondLst>
                                    <p:cond delay="200"/>
                                  </p:stCondLst>
                                  <p:childTnLst>
                                    <p:set>
                                      <p:cBhvr>
                                        <p:cTn id="15" dur="1" fill="hold">
                                          <p:stCondLst>
                                            <p:cond delay="0"/>
                                          </p:stCondLst>
                                        </p:cTn>
                                        <p:tgtEl>
                                          <p:spTgt spid="52"/>
                                        </p:tgtEl>
                                        <p:attrNameLst>
                                          <p:attrName>style.visibility</p:attrName>
                                        </p:attrNameLst>
                                      </p:cBhvr>
                                      <p:to>
                                        <p:strVal val="visible"/>
                                      </p:to>
                                    </p:set>
                                  </p:childTnLst>
                                </p:cTn>
                              </p:par>
                            </p:childTnLst>
                          </p:cTn>
                        </p:par>
                        <p:par>
                          <p:cTn id="16" fill="hold">
                            <p:stCondLst>
                              <p:cond delay="1200"/>
                            </p:stCondLst>
                            <p:childTnLst>
                              <p:par>
                                <p:cTn id="17" presetID="1" presetClass="entr" presetSubtype="0" fill="hold" nodeType="afterEffect">
                                  <p:stCondLst>
                                    <p:cond delay="200"/>
                                  </p:stCondLst>
                                  <p:childTnLst>
                                    <p:set>
                                      <p:cBhvr>
                                        <p:cTn id="18" dur="1" fill="hold">
                                          <p:stCondLst>
                                            <p:cond delay="0"/>
                                          </p:stCondLst>
                                        </p:cTn>
                                        <p:tgtEl>
                                          <p:spTgt spid="53"/>
                                        </p:tgtEl>
                                        <p:attrNameLst>
                                          <p:attrName>style.visibility</p:attrName>
                                        </p:attrNameLst>
                                      </p:cBhvr>
                                      <p:to>
                                        <p:strVal val="visible"/>
                                      </p:to>
                                    </p:set>
                                  </p:childTnLst>
                                </p:cTn>
                              </p:par>
                            </p:childTnLst>
                          </p:cTn>
                        </p:par>
                        <p:par>
                          <p:cTn id="19" fill="hold">
                            <p:stCondLst>
                              <p:cond delay="1400"/>
                            </p:stCondLst>
                            <p:childTnLst>
                              <p:par>
                                <p:cTn id="20" presetID="1" presetClass="entr" presetSubtype="0" fill="hold" nodeType="afterEffect">
                                  <p:stCondLst>
                                    <p:cond delay="200"/>
                                  </p:stCondLst>
                                  <p:childTnLst>
                                    <p:set>
                                      <p:cBhvr>
                                        <p:cTn id="21" dur="1" fill="hold">
                                          <p:stCondLst>
                                            <p:cond delay="0"/>
                                          </p:stCondLst>
                                        </p:cTn>
                                        <p:tgtEl>
                                          <p:spTgt spid="54"/>
                                        </p:tgtEl>
                                        <p:attrNameLst>
                                          <p:attrName>style.visibility</p:attrName>
                                        </p:attrNameLst>
                                      </p:cBhvr>
                                      <p:to>
                                        <p:strVal val="visible"/>
                                      </p:to>
                                    </p:set>
                                  </p:childTnLst>
                                </p:cTn>
                              </p:par>
                            </p:childTnLst>
                          </p:cTn>
                        </p:par>
                        <p:par>
                          <p:cTn id="22" fill="hold">
                            <p:stCondLst>
                              <p:cond delay="1600"/>
                            </p:stCondLst>
                            <p:childTnLst>
                              <p:par>
                                <p:cTn id="23" presetID="1" presetClass="entr" presetSubtype="0" fill="hold" nodeType="afterEffect">
                                  <p:stCondLst>
                                    <p:cond delay="200"/>
                                  </p:stCondLst>
                                  <p:childTnLst>
                                    <p:set>
                                      <p:cBhvr>
                                        <p:cTn id="24" dur="1" fill="hold">
                                          <p:stCondLst>
                                            <p:cond delay="0"/>
                                          </p:stCondLst>
                                        </p:cTn>
                                        <p:tgtEl>
                                          <p:spTgt spid="55"/>
                                        </p:tgtEl>
                                        <p:attrNameLst>
                                          <p:attrName>style.visibility</p:attrName>
                                        </p:attrNameLst>
                                      </p:cBhvr>
                                      <p:to>
                                        <p:strVal val="visible"/>
                                      </p:to>
                                    </p:set>
                                  </p:childTnLst>
                                </p:cTn>
                              </p:par>
                            </p:childTnLst>
                          </p:cTn>
                        </p:par>
                        <p:par>
                          <p:cTn id="25" fill="hold">
                            <p:stCondLst>
                              <p:cond delay="1800"/>
                            </p:stCondLst>
                            <p:childTnLst>
                              <p:par>
                                <p:cTn id="26" presetID="1" presetClass="entr" presetSubtype="0" fill="hold" nodeType="afterEffect">
                                  <p:stCondLst>
                                    <p:cond delay="200"/>
                                  </p:stCondLst>
                                  <p:childTnLst>
                                    <p:set>
                                      <p:cBhvr>
                                        <p:cTn id="27" dur="1" fill="hold">
                                          <p:stCondLst>
                                            <p:cond delay="0"/>
                                          </p:stCondLst>
                                        </p:cTn>
                                        <p:tgtEl>
                                          <p:spTgt spid="56"/>
                                        </p:tgtEl>
                                        <p:attrNameLst>
                                          <p:attrName>style.visibility</p:attrName>
                                        </p:attrNameLst>
                                      </p:cBhvr>
                                      <p:to>
                                        <p:strVal val="visible"/>
                                      </p:to>
                                    </p:set>
                                  </p:childTnLst>
                                </p:cTn>
                              </p:par>
                            </p:childTnLst>
                          </p:cTn>
                        </p:par>
                        <p:par>
                          <p:cTn id="28" fill="hold">
                            <p:stCondLst>
                              <p:cond delay="2000"/>
                            </p:stCondLst>
                            <p:childTnLst>
                              <p:par>
                                <p:cTn id="29" presetID="1" presetClass="entr" presetSubtype="0" fill="hold" nodeType="afterEffect">
                                  <p:stCondLst>
                                    <p:cond delay="200"/>
                                  </p:stCondLst>
                                  <p:childTnLst>
                                    <p:set>
                                      <p:cBhvr>
                                        <p:cTn id="30" dur="1" fill="hold">
                                          <p:stCondLst>
                                            <p:cond delay="0"/>
                                          </p:stCondLst>
                                        </p:cTn>
                                        <p:tgtEl>
                                          <p:spTgt spid="57"/>
                                        </p:tgtEl>
                                        <p:attrNameLst>
                                          <p:attrName>style.visibility</p:attrName>
                                        </p:attrNameLst>
                                      </p:cBhvr>
                                      <p:to>
                                        <p:strVal val="visible"/>
                                      </p:to>
                                    </p:set>
                                  </p:childTnLst>
                                </p:cTn>
                              </p:par>
                            </p:childTnLst>
                          </p:cTn>
                        </p:par>
                        <p:par>
                          <p:cTn id="31" fill="hold">
                            <p:stCondLst>
                              <p:cond delay="2200"/>
                            </p:stCondLst>
                            <p:childTnLst>
                              <p:par>
                                <p:cTn id="32" presetID="2" presetClass="entr" presetSubtype="4" fill="hold" grpId="0" nodeType="afterEffect">
                                  <p:stCondLst>
                                    <p:cond delay="0"/>
                                  </p:stCondLst>
                                  <p:childTnLst>
                                    <p:set>
                                      <p:cBhvr>
                                        <p:cTn id="33" dur="1" fill="hold">
                                          <p:stCondLst>
                                            <p:cond delay="0"/>
                                          </p:stCondLst>
                                        </p:cTn>
                                        <p:tgtEl>
                                          <p:spTgt spid="58"/>
                                        </p:tgtEl>
                                        <p:attrNameLst>
                                          <p:attrName>style.visibility</p:attrName>
                                        </p:attrNameLst>
                                      </p:cBhvr>
                                      <p:to>
                                        <p:strVal val="visible"/>
                                      </p:to>
                                    </p:set>
                                    <p:anim calcmode="lin" valueType="num">
                                      <p:cBhvr>
                                        <p:cTn id="34" dur="1000" fill="hold"/>
                                        <p:tgtEl>
                                          <p:spTgt spid="58"/>
                                        </p:tgtEl>
                                        <p:attrNameLst>
                                          <p:attrName>ppt_x</p:attrName>
                                        </p:attrNameLst>
                                      </p:cBhvr>
                                      <p:tavLst>
                                        <p:tav tm="0">
                                          <p:val>
                                            <p:strVal val="#ppt_x"/>
                                          </p:val>
                                        </p:tav>
                                        <p:tav tm="100000">
                                          <p:val>
                                            <p:strVal val="#ppt_x"/>
                                          </p:val>
                                        </p:tav>
                                      </p:tavLst>
                                    </p:anim>
                                    <p:anim calcmode="lin" valueType="num">
                                      <p:cBhvr>
                                        <p:cTn id="35" dur="1000" fill="hold"/>
                                        <p:tgtEl>
                                          <p:spTgt spid="58"/>
                                        </p:tgtEl>
                                        <p:attrNameLst>
                                          <p:attrName>ppt_y</p:attrName>
                                        </p:attrNameLst>
                                      </p:cBhvr>
                                      <p:tavLst>
                                        <p:tav tm="0">
                                          <p:val>
                                            <p:strVal val="1+#ppt_h/2"/>
                                          </p:val>
                                        </p:tav>
                                        <p:tav tm="100000">
                                          <p:val>
                                            <p:strVal val="#ppt_y"/>
                                          </p:val>
                                        </p:tav>
                                      </p:tavLst>
                                    </p:anim>
                                  </p:childTnLst>
                                </p:cTn>
                              </p:par>
                            </p:childTnLst>
                          </p:cTn>
                        </p:par>
                        <p:par>
                          <p:cTn id="36" fill="hold">
                            <p:stCondLst>
                              <p:cond delay="3200"/>
                            </p:stCondLst>
                            <p:childTnLst>
                              <p:par>
                                <p:cTn id="37" presetID="2" presetClass="entr" presetSubtype="4" fill="hold" grpId="0" nodeType="afterEffect">
                                  <p:stCondLst>
                                    <p:cond delay="0"/>
                                  </p:stCondLst>
                                  <p:childTnLst>
                                    <p:set>
                                      <p:cBhvr>
                                        <p:cTn id="38" dur="1" fill="hold">
                                          <p:stCondLst>
                                            <p:cond delay="0"/>
                                          </p:stCondLst>
                                        </p:cTn>
                                        <p:tgtEl>
                                          <p:spTgt spid="59"/>
                                        </p:tgtEl>
                                        <p:attrNameLst>
                                          <p:attrName>style.visibility</p:attrName>
                                        </p:attrNameLst>
                                      </p:cBhvr>
                                      <p:to>
                                        <p:strVal val="visible"/>
                                      </p:to>
                                    </p:set>
                                    <p:anim calcmode="lin" valueType="num">
                                      <p:cBhvr>
                                        <p:cTn id="39" dur="1000" fill="hold"/>
                                        <p:tgtEl>
                                          <p:spTgt spid="59"/>
                                        </p:tgtEl>
                                        <p:attrNameLst>
                                          <p:attrName>ppt_x</p:attrName>
                                        </p:attrNameLst>
                                      </p:cBhvr>
                                      <p:tavLst>
                                        <p:tav tm="0">
                                          <p:val>
                                            <p:strVal val="#ppt_x"/>
                                          </p:val>
                                        </p:tav>
                                        <p:tav tm="100000">
                                          <p:val>
                                            <p:strVal val="#ppt_x"/>
                                          </p:val>
                                        </p:tav>
                                      </p:tavLst>
                                    </p:anim>
                                    <p:anim calcmode="lin" valueType="num">
                                      <p:cBhvr>
                                        <p:cTn id="40" dur="1000" fill="hold"/>
                                        <p:tgtEl>
                                          <p:spTgt spid="59"/>
                                        </p:tgtEl>
                                        <p:attrNameLst>
                                          <p:attrName>ppt_y</p:attrName>
                                        </p:attrNameLst>
                                      </p:cBhvr>
                                      <p:tavLst>
                                        <p:tav tm="0">
                                          <p:val>
                                            <p:strVal val="1+#ppt_h/2"/>
                                          </p:val>
                                        </p:tav>
                                        <p:tav tm="100000">
                                          <p:val>
                                            <p:strVal val="#ppt_y"/>
                                          </p:val>
                                        </p:tav>
                                      </p:tavLst>
                                    </p:anim>
                                  </p:childTnLst>
                                </p:cTn>
                              </p:par>
                            </p:childTnLst>
                          </p:cTn>
                        </p:par>
                        <p:par>
                          <p:cTn id="41" fill="hold">
                            <p:stCondLst>
                              <p:cond delay="4200"/>
                            </p:stCondLst>
                            <p:childTnLst>
                              <p:par>
                                <p:cTn id="42" presetID="2" presetClass="entr" presetSubtype="4" fill="hold" grpId="0" nodeType="afterEffect">
                                  <p:stCondLst>
                                    <p:cond delay="0"/>
                                  </p:stCondLst>
                                  <p:childTnLst>
                                    <p:set>
                                      <p:cBhvr>
                                        <p:cTn id="43" dur="1" fill="hold">
                                          <p:stCondLst>
                                            <p:cond delay="0"/>
                                          </p:stCondLst>
                                        </p:cTn>
                                        <p:tgtEl>
                                          <p:spTgt spid="60"/>
                                        </p:tgtEl>
                                        <p:attrNameLst>
                                          <p:attrName>style.visibility</p:attrName>
                                        </p:attrNameLst>
                                      </p:cBhvr>
                                      <p:to>
                                        <p:strVal val="visible"/>
                                      </p:to>
                                    </p:set>
                                    <p:anim calcmode="lin" valueType="num">
                                      <p:cBhvr>
                                        <p:cTn id="44" dur="1000" fill="hold"/>
                                        <p:tgtEl>
                                          <p:spTgt spid="60"/>
                                        </p:tgtEl>
                                        <p:attrNameLst>
                                          <p:attrName>ppt_x</p:attrName>
                                        </p:attrNameLst>
                                      </p:cBhvr>
                                      <p:tavLst>
                                        <p:tav tm="0">
                                          <p:val>
                                            <p:strVal val="#ppt_x"/>
                                          </p:val>
                                        </p:tav>
                                        <p:tav tm="100000">
                                          <p:val>
                                            <p:strVal val="#ppt_x"/>
                                          </p:val>
                                        </p:tav>
                                      </p:tavLst>
                                    </p:anim>
                                    <p:anim calcmode="lin" valueType="num">
                                      <p:cBhvr>
                                        <p:cTn id="45" dur="1000" fill="hold"/>
                                        <p:tgtEl>
                                          <p:spTgt spid="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59" grpId="0"/>
      <p:bldP spid="6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a:extLst>
              <a:ext uri="{FF2B5EF4-FFF2-40B4-BE49-F238E27FC236}">
                <a16:creationId xmlns:a16="http://schemas.microsoft.com/office/drawing/2014/main" id="{05B1CE56-A19B-4E91-B238-0E21125E63B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2" name="文本框 1"/>
          <p:cNvSpPr txBox="1"/>
          <p:nvPr/>
        </p:nvSpPr>
        <p:spPr>
          <a:xfrm>
            <a:off x="276467" y="144288"/>
            <a:ext cx="1669047" cy="646331"/>
          </a:xfrm>
          <a:prstGeom prst="rect">
            <a:avLst/>
          </a:prstGeom>
          <a:noFill/>
        </p:spPr>
        <p:txBody>
          <a:bodyPr wrap="none" rtlCol="0" anchor="t">
            <a:spAutoFit/>
          </a:bodyPr>
          <a:lstStyle/>
          <a:p>
            <a:r>
              <a:rPr lang="en-US" altLang="zh-CN" sz="3600" b="1" dirty="0">
                <a:solidFill>
                  <a:schemeClr val="bg1"/>
                </a:solidFill>
                <a:latin typeface="方正兰亭中粗黑_GBK" panose="02000000000000000000" charset="-122"/>
                <a:ea typeface="方正兰亭中粗黑_GBK" panose="02000000000000000000" charset="-122"/>
                <a:sym typeface="+mn-ea"/>
              </a:rPr>
              <a:t>1 </a:t>
            </a:r>
            <a:r>
              <a:rPr lang="zh-CN" altLang="en-US" sz="3600" b="1" dirty="0">
                <a:solidFill>
                  <a:schemeClr val="bg1"/>
                </a:solidFill>
                <a:latin typeface="方正兰亭中粗黑_GBK" panose="02000000000000000000" charset="-122"/>
                <a:ea typeface="方正兰亭中粗黑_GBK" panose="02000000000000000000" charset="-122"/>
                <a:sym typeface="+mn-ea"/>
              </a:rPr>
              <a:t>绪论 </a:t>
            </a:r>
          </a:p>
        </p:txBody>
      </p:sp>
      <p:sp>
        <p:nvSpPr>
          <p:cNvPr id="3" name="文本框 2"/>
          <p:cNvSpPr txBox="1"/>
          <p:nvPr/>
        </p:nvSpPr>
        <p:spPr>
          <a:xfrm>
            <a:off x="8822821" y="225208"/>
            <a:ext cx="3350597" cy="523220"/>
          </a:xfrm>
          <a:prstGeom prst="rect">
            <a:avLst/>
          </a:prstGeom>
          <a:noFill/>
        </p:spPr>
        <p:txBody>
          <a:bodyPr wrap="none" rtlCol="0" anchor="t">
            <a:spAutoFit/>
          </a:bodyPr>
          <a:lstStyle/>
          <a:p>
            <a:r>
              <a:rPr lang="en-US" altLang="zh-CN" sz="2800" b="1" dirty="0">
                <a:solidFill>
                  <a:schemeClr val="bg1"/>
                </a:solidFill>
                <a:latin typeface="兰亭黑-简" panose="02000000000000000000" charset="-122"/>
                <a:ea typeface="兰亭黑-简" panose="02000000000000000000" charset="-122"/>
                <a:sym typeface="+mn-ea"/>
              </a:rPr>
              <a:t>1.1 </a:t>
            </a:r>
            <a:r>
              <a:rPr lang="zh-CN" altLang="en-US" sz="2800" b="1" dirty="0">
                <a:solidFill>
                  <a:schemeClr val="bg1"/>
                </a:solidFill>
                <a:latin typeface="兰亭黑-简" panose="02000000000000000000" charset="-122"/>
                <a:ea typeface="兰亭黑-简" panose="02000000000000000000" charset="-122"/>
                <a:sym typeface="+mn-ea"/>
              </a:rPr>
              <a:t>研究背景及意义</a:t>
            </a:r>
          </a:p>
        </p:txBody>
      </p:sp>
      <p:grpSp>
        <p:nvGrpSpPr>
          <p:cNvPr id="8" name="组合 7">
            <a:extLst>
              <a:ext uri="{FF2B5EF4-FFF2-40B4-BE49-F238E27FC236}">
                <a16:creationId xmlns:a16="http://schemas.microsoft.com/office/drawing/2014/main" id="{D3F82734-8A59-4FF3-BC43-CAB89127B117}"/>
              </a:ext>
            </a:extLst>
          </p:cNvPr>
          <p:cNvGrpSpPr/>
          <p:nvPr/>
        </p:nvGrpSpPr>
        <p:grpSpPr>
          <a:xfrm>
            <a:off x="-59957" y="53728"/>
            <a:ext cx="12285617" cy="790577"/>
            <a:chOff x="-50432" y="53728"/>
            <a:chExt cx="12285617" cy="790577"/>
          </a:xfrm>
        </p:grpSpPr>
        <p:sp>
          <p:nvSpPr>
            <p:cNvPr id="9" name="六边形 24">
              <a:extLst>
                <a:ext uri="{FF2B5EF4-FFF2-40B4-BE49-F238E27FC236}">
                  <a16:creationId xmlns:a16="http://schemas.microsoft.com/office/drawing/2014/main" id="{68F9CC4C-7D7D-4881-82E9-10A79A763B44}"/>
                </a:ext>
              </a:extLst>
            </p:cNvPr>
            <p:cNvSpPr/>
            <p:nvPr/>
          </p:nvSpPr>
          <p:spPr>
            <a:xfrm>
              <a:off x="74468" y="769295"/>
              <a:ext cx="552450" cy="75010"/>
            </a:xfrm>
            <a:custGeom>
              <a:avLst/>
              <a:gdLst>
                <a:gd name="connsiteX0" fmla="*/ 0 w 747713"/>
                <a:gd name="connsiteY0" fmla="*/ 75010 h 150019"/>
                <a:gd name="connsiteX1" fmla="*/ 37505 w 747713"/>
                <a:gd name="connsiteY1" fmla="*/ 0 h 150019"/>
                <a:gd name="connsiteX2" fmla="*/ 710208 w 747713"/>
                <a:gd name="connsiteY2" fmla="*/ 0 h 150019"/>
                <a:gd name="connsiteX3" fmla="*/ 747713 w 747713"/>
                <a:gd name="connsiteY3" fmla="*/ 75010 h 150019"/>
                <a:gd name="connsiteX4" fmla="*/ 710208 w 747713"/>
                <a:gd name="connsiteY4" fmla="*/ 150019 h 150019"/>
                <a:gd name="connsiteX5" fmla="*/ 37505 w 747713"/>
                <a:gd name="connsiteY5" fmla="*/ 150019 h 150019"/>
                <a:gd name="connsiteX6" fmla="*/ 0 w 747713"/>
                <a:gd name="connsiteY6" fmla="*/ 75010 h 150019"/>
                <a:gd name="connsiteX0-1" fmla="*/ 37505 w 747713"/>
                <a:gd name="connsiteY0-2" fmla="*/ 0 h 150019"/>
                <a:gd name="connsiteX1-3" fmla="*/ 710208 w 747713"/>
                <a:gd name="connsiteY1-4" fmla="*/ 0 h 150019"/>
                <a:gd name="connsiteX2-5" fmla="*/ 747713 w 747713"/>
                <a:gd name="connsiteY2-6" fmla="*/ 75010 h 150019"/>
                <a:gd name="connsiteX3-7" fmla="*/ 710208 w 747713"/>
                <a:gd name="connsiteY3-8" fmla="*/ 150019 h 150019"/>
                <a:gd name="connsiteX4-9" fmla="*/ 37505 w 747713"/>
                <a:gd name="connsiteY4-10" fmla="*/ 150019 h 150019"/>
                <a:gd name="connsiteX5-11" fmla="*/ 0 w 747713"/>
                <a:gd name="connsiteY5-12" fmla="*/ 75010 h 150019"/>
                <a:gd name="connsiteX6-13" fmla="*/ 128945 w 747713"/>
                <a:gd name="connsiteY6-14" fmla="*/ 91440 h 150019"/>
                <a:gd name="connsiteX0-15" fmla="*/ 37505 w 747713"/>
                <a:gd name="connsiteY0-16" fmla="*/ 0 h 150019"/>
                <a:gd name="connsiteX1-17" fmla="*/ 710208 w 747713"/>
                <a:gd name="connsiteY1-18" fmla="*/ 0 h 150019"/>
                <a:gd name="connsiteX2-19" fmla="*/ 747713 w 747713"/>
                <a:gd name="connsiteY2-20" fmla="*/ 75010 h 150019"/>
                <a:gd name="connsiteX3-21" fmla="*/ 710208 w 747713"/>
                <a:gd name="connsiteY3-22" fmla="*/ 150019 h 150019"/>
                <a:gd name="connsiteX4-23" fmla="*/ 37505 w 747713"/>
                <a:gd name="connsiteY4-24" fmla="*/ 150019 h 150019"/>
                <a:gd name="connsiteX5-25" fmla="*/ 0 w 747713"/>
                <a:gd name="connsiteY5-26" fmla="*/ 75010 h 150019"/>
                <a:gd name="connsiteX0-27" fmla="*/ 710208 w 747713"/>
                <a:gd name="connsiteY0-28" fmla="*/ 0 h 150019"/>
                <a:gd name="connsiteX1-29" fmla="*/ 747713 w 747713"/>
                <a:gd name="connsiteY1-30" fmla="*/ 75010 h 150019"/>
                <a:gd name="connsiteX2-31" fmla="*/ 710208 w 747713"/>
                <a:gd name="connsiteY2-32" fmla="*/ 150019 h 150019"/>
                <a:gd name="connsiteX3-33" fmla="*/ 37505 w 747713"/>
                <a:gd name="connsiteY3-34" fmla="*/ 150019 h 150019"/>
                <a:gd name="connsiteX4-35" fmla="*/ 0 w 747713"/>
                <a:gd name="connsiteY4-36" fmla="*/ 75010 h 150019"/>
                <a:gd name="connsiteX0-37" fmla="*/ 672703 w 710208"/>
                <a:gd name="connsiteY0-38" fmla="*/ 0 h 150019"/>
                <a:gd name="connsiteX1-39" fmla="*/ 710208 w 710208"/>
                <a:gd name="connsiteY1-40" fmla="*/ 75010 h 150019"/>
                <a:gd name="connsiteX2-41" fmla="*/ 672703 w 710208"/>
                <a:gd name="connsiteY2-42" fmla="*/ 150019 h 150019"/>
                <a:gd name="connsiteX3-43" fmla="*/ 0 w 710208"/>
                <a:gd name="connsiteY3-44" fmla="*/ 150019 h 150019"/>
                <a:gd name="connsiteX0-45" fmla="*/ 710208 w 710208"/>
                <a:gd name="connsiteY0-46" fmla="*/ 0 h 75009"/>
                <a:gd name="connsiteX1-47" fmla="*/ 672703 w 710208"/>
                <a:gd name="connsiteY1-48" fmla="*/ 75009 h 75009"/>
                <a:gd name="connsiteX2-49" fmla="*/ 0 w 710208"/>
                <a:gd name="connsiteY2-50" fmla="*/ 75009 h 75009"/>
                <a:gd name="connsiteX0-51" fmla="*/ 710208 w 710208"/>
                <a:gd name="connsiteY0-52" fmla="*/ 0 h 75010"/>
                <a:gd name="connsiteX1-53" fmla="*/ 672703 w 710208"/>
                <a:gd name="connsiteY1-54" fmla="*/ 75009 h 75010"/>
                <a:gd name="connsiteX2-55" fmla="*/ 352016 w 710208"/>
                <a:gd name="connsiteY2-56" fmla="*/ 75010 h 75010"/>
                <a:gd name="connsiteX3-57" fmla="*/ 0 w 710208"/>
                <a:gd name="connsiteY3-58" fmla="*/ 75009 h 75010"/>
                <a:gd name="connsiteX0-59" fmla="*/ 358192 w 358192"/>
                <a:gd name="connsiteY0-60" fmla="*/ 0 h 75010"/>
                <a:gd name="connsiteX1-61" fmla="*/ 320687 w 358192"/>
                <a:gd name="connsiteY1-62" fmla="*/ 75009 h 75010"/>
                <a:gd name="connsiteX2-63" fmla="*/ 0 w 358192"/>
                <a:gd name="connsiteY2-64" fmla="*/ 75010 h 75010"/>
              </a:gdLst>
              <a:ahLst/>
              <a:cxnLst>
                <a:cxn ang="0">
                  <a:pos x="connsiteX0-1" y="connsiteY0-2"/>
                </a:cxn>
                <a:cxn ang="0">
                  <a:pos x="connsiteX1-3" y="connsiteY1-4"/>
                </a:cxn>
                <a:cxn ang="0">
                  <a:pos x="connsiteX2-5" y="connsiteY2-6"/>
                </a:cxn>
              </a:cxnLst>
              <a:rect l="l" t="t" r="r" b="b"/>
              <a:pathLst>
                <a:path w="358192" h="75010">
                  <a:moveTo>
                    <a:pt x="358192" y="0"/>
                  </a:moveTo>
                  <a:lnTo>
                    <a:pt x="320687" y="75009"/>
                  </a:lnTo>
                  <a:lnTo>
                    <a:pt x="0" y="75010"/>
                  </a:lnTo>
                </a:path>
              </a:pathLst>
            </a:custGeom>
            <a:noFill/>
            <a:ln>
              <a:solidFill>
                <a:srgbClr val="00B0F0"/>
              </a:solidFill>
              <a:tailEnd type="diamond"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0" name="矩形 9">
              <a:extLst>
                <a:ext uri="{FF2B5EF4-FFF2-40B4-BE49-F238E27FC236}">
                  <a16:creationId xmlns:a16="http://schemas.microsoft.com/office/drawing/2014/main" id="{ED237AC2-3AEB-46ED-8BAC-3650FF5362FA}"/>
                </a:ext>
              </a:extLst>
            </p:cNvPr>
            <p:cNvSpPr/>
            <p:nvPr/>
          </p:nvSpPr>
          <p:spPr>
            <a:xfrm flipV="1">
              <a:off x="5411" y="53728"/>
              <a:ext cx="12186591" cy="737445"/>
            </a:xfrm>
            <a:prstGeom prst="rect">
              <a:avLst/>
            </a:prstGeom>
            <a:gradFill flip="none" rotWithShape="1">
              <a:gsLst>
                <a:gs pos="0">
                  <a:srgbClr val="00448E">
                    <a:alpha val="15000"/>
                  </a:srgbClr>
                </a:gs>
                <a:gs pos="49000">
                  <a:srgbClr val="00448E">
                    <a:alpha val="0"/>
                  </a:srgbClr>
                </a:gs>
              </a:gsLst>
              <a:lin ang="5400000" scaled="1"/>
              <a:tileRect/>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1" name="矩形 10">
              <a:extLst>
                <a:ext uri="{FF2B5EF4-FFF2-40B4-BE49-F238E27FC236}">
                  <a16:creationId xmlns:a16="http://schemas.microsoft.com/office/drawing/2014/main" id="{1968515E-08C3-435A-980E-BF558FA7CD0F}"/>
                </a:ext>
              </a:extLst>
            </p:cNvPr>
            <p:cNvSpPr/>
            <p:nvPr/>
          </p:nvSpPr>
          <p:spPr>
            <a:xfrm>
              <a:off x="5411" y="762785"/>
              <a:ext cx="12229774" cy="45719"/>
            </a:xfrm>
            <a:prstGeom prst="rect">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mn-cs"/>
              </a:endParaRPr>
            </a:p>
          </p:txBody>
        </p:sp>
        <p:grpSp>
          <p:nvGrpSpPr>
            <p:cNvPr id="12" name="组合 11">
              <a:extLst>
                <a:ext uri="{FF2B5EF4-FFF2-40B4-BE49-F238E27FC236}">
                  <a16:creationId xmlns:a16="http://schemas.microsoft.com/office/drawing/2014/main" id="{29A54950-187F-4E9C-B865-F8540E4B0F10}"/>
                </a:ext>
              </a:extLst>
            </p:cNvPr>
            <p:cNvGrpSpPr/>
            <p:nvPr/>
          </p:nvGrpSpPr>
          <p:grpSpPr>
            <a:xfrm>
              <a:off x="-50432" y="682379"/>
              <a:ext cx="539237" cy="94600"/>
              <a:chOff x="-55843" y="628650"/>
              <a:chExt cx="539237" cy="94600"/>
            </a:xfrm>
          </p:grpSpPr>
          <p:sp>
            <p:nvSpPr>
              <p:cNvPr id="17" name="平行四边形 16">
                <a:extLst>
                  <a:ext uri="{FF2B5EF4-FFF2-40B4-BE49-F238E27FC236}">
                    <a16:creationId xmlns:a16="http://schemas.microsoft.com/office/drawing/2014/main" id="{D6F9A2E4-8D53-4EA2-B972-AB284065EA63}"/>
                  </a:ext>
                </a:extLst>
              </p:cNvPr>
              <p:cNvSpPr/>
              <p:nvPr/>
            </p:nvSpPr>
            <p:spPr>
              <a:xfrm flipH="1">
                <a:off x="-55843"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8" name="平行四边形 17">
                <a:extLst>
                  <a:ext uri="{FF2B5EF4-FFF2-40B4-BE49-F238E27FC236}">
                    <a16:creationId xmlns:a16="http://schemas.microsoft.com/office/drawing/2014/main" id="{72AA39BE-D714-4D77-B8A7-54C7CDE57E6E}"/>
                  </a:ext>
                </a:extLst>
              </p:cNvPr>
              <p:cNvSpPr/>
              <p:nvPr/>
            </p:nvSpPr>
            <p:spPr>
              <a:xfrm flipH="1">
                <a:off x="29990"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9" name="平行四边形 18">
                <a:extLst>
                  <a:ext uri="{FF2B5EF4-FFF2-40B4-BE49-F238E27FC236}">
                    <a16:creationId xmlns:a16="http://schemas.microsoft.com/office/drawing/2014/main" id="{FCB174F2-6DE0-4684-A8ED-E0F20F53D450}"/>
                  </a:ext>
                </a:extLst>
              </p:cNvPr>
              <p:cNvSpPr/>
              <p:nvPr/>
            </p:nvSpPr>
            <p:spPr>
              <a:xfrm flipH="1">
                <a:off x="115823"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20" name="平行四边形 19">
                <a:extLst>
                  <a:ext uri="{FF2B5EF4-FFF2-40B4-BE49-F238E27FC236}">
                    <a16:creationId xmlns:a16="http://schemas.microsoft.com/office/drawing/2014/main" id="{0D15C374-FD35-4DA9-A9B0-4AB06273ADBC}"/>
                  </a:ext>
                </a:extLst>
              </p:cNvPr>
              <p:cNvSpPr/>
              <p:nvPr/>
            </p:nvSpPr>
            <p:spPr>
              <a:xfrm flipH="1">
                <a:off x="201656"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21" name="平行四边形 20">
                <a:extLst>
                  <a:ext uri="{FF2B5EF4-FFF2-40B4-BE49-F238E27FC236}">
                    <a16:creationId xmlns:a16="http://schemas.microsoft.com/office/drawing/2014/main" id="{AD8A548E-0B81-408F-ADDD-148D62F17169}"/>
                  </a:ext>
                </a:extLst>
              </p:cNvPr>
              <p:cNvSpPr/>
              <p:nvPr/>
            </p:nvSpPr>
            <p:spPr>
              <a:xfrm flipH="1">
                <a:off x="287489"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22" name="平行四边形 21">
                <a:extLst>
                  <a:ext uri="{FF2B5EF4-FFF2-40B4-BE49-F238E27FC236}">
                    <a16:creationId xmlns:a16="http://schemas.microsoft.com/office/drawing/2014/main" id="{9CE8D40F-C01A-4472-B2FF-AA86E40993D8}"/>
                  </a:ext>
                </a:extLst>
              </p:cNvPr>
              <p:cNvSpPr/>
              <p:nvPr/>
            </p:nvSpPr>
            <p:spPr>
              <a:xfrm flipH="1">
                <a:off x="373320"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mn-cs"/>
                </a:endParaRPr>
              </a:p>
            </p:txBody>
          </p:sp>
        </p:grpSp>
        <p:sp>
          <p:nvSpPr>
            <p:cNvPr id="13" name="平行四边形 12">
              <a:extLst>
                <a:ext uri="{FF2B5EF4-FFF2-40B4-BE49-F238E27FC236}">
                  <a16:creationId xmlns:a16="http://schemas.microsoft.com/office/drawing/2014/main" id="{7BC82760-8CA4-4F41-9CF2-10466BFD4364}"/>
                </a:ext>
              </a:extLst>
            </p:cNvPr>
            <p:cNvSpPr/>
            <p:nvPr/>
          </p:nvSpPr>
          <p:spPr>
            <a:xfrm>
              <a:off x="514462" y="800588"/>
              <a:ext cx="69503" cy="31175"/>
            </a:xfrm>
            <a:prstGeom prst="parallelogram">
              <a:avLst>
                <a:gd name="adj" fmla="val 74000"/>
              </a:avLst>
            </a:prstGeom>
            <a:solidFill>
              <a:srgbClr val="00B0F0">
                <a:alpha val="30000"/>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5" name="平行四边形 14">
              <a:extLst>
                <a:ext uri="{FF2B5EF4-FFF2-40B4-BE49-F238E27FC236}">
                  <a16:creationId xmlns:a16="http://schemas.microsoft.com/office/drawing/2014/main" id="{2CF28AAC-150F-4C44-AB68-8A18F323EDA6}"/>
                </a:ext>
              </a:extLst>
            </p:cNvPr>
            <p:cNvSpPr/>
            <p:nvPr/>
          </p:nvSpPr>
          <p:spPr>
            <a:xfrm>
              <a:off x="445406" y="800588"/>
              <a:ext cx="69503" cy="31175"/>
            </a:xfrm>
            <a:prstGeom prst="parallelogram">
              <a:avLst>
                <a:gd name="adj" fmla="val 74000"/>
              </a:avLst>
            </a:prstGeom>
            <a:solidFill>
              <a:srgbClr val="00B0F0">
                <a:alpha val="20000"/>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6" name="平行四边形 15">
              <a:extLst>
                <a:ext uri="{FF2B5EF4-FFF2-40B4-BE49-F238E27FC236}">
                  <a16:creationId xmlns:a16="http://schemas.microsoft.com/office/drawing/2014/main" id="{FB90FD3E-4D21-4144-86B7-2799A3ECFE60}"/>
                </a:ext>
              </a:extLst>
            </p:cNvPr>
            <p:cNvSpPr/>
            <p:nvPr/>
          </p:nvSpPr>
          <p:spPr>
            <a:xfrm>
              <a:off x="376350" y="800588"/>
              <a:ext cx="69503" cy="31175"/>
            </a:xfrm>
            <a:prstGeom prst="parallelogram">
              <a:avLst>
                <a:gd name="adj" fmla="val 74000"/>
              </a:avLst>
            </a:prstGeom>
            <a:solidFill>
              <a:srgbClr val="00B0F0">
                <a:alpha val="10000"/>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grpSp>
      <p:sp>
        <p:nvSpPr>
          <p:cNvPr id="30" name="矩形 29">
            <a:extLst>
              <a:ext uri="{FF2B5EF4-FFF2-40B4-BE49-F238E27FC236}">
                <a16:creationId xmlns:a16="http://schemas.microsoft.com/office/drawing/2014/main" id="{3F2C903C-DB8C-4AF8-AD14-67B75C03FBA1}"/>
              </a:ext>
            </a:extLst>
          </p:cNvPr>
          <p:cNvSpPr/>
          <p:nvPr/>
        </p:nvSpPr>
        <p:spPr>
          <a:xfrm>
            <a:off x="11715750" y="6429539"/>
            <a:ext cx="476250" cy="428461"/>
          </a:xfrm>
          <a:prstGeom prst="rect">
            <a:avLst/>
          </a:prstGeom>
          <a:solidFill>
            <a:srgbClr val="0044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latin typeface="微软雅黑" panose="020B0503020204020204" pitchFamily="34" charset="-122"/>
                <a:ea typeface="微软雅黑" panose="020B0503020204020204" pitchFamily="34" charset="-122"/>
                <a:cs typeface="Times New Roman" panose="02020603050405020304" pitchFamily="18" charset="0"/>
              </a:rPr>
              <a:t>8</a:t>
            </a:r>
            <a:endParaRPr kumimoji="1" lang="zh-CN" altLang="en-US" b="1"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4" name="不同类型的流动：急流和缓流_哔哩哔哩_bilibili 和另外 14 个页面 - 个人 - Microsoft​ Edge 2024-03-21 17-24-49">
            <a:hlinkClick r:id="" action="ppaction://media"/>
            <a:extLst>
              <a:ext uri="{FF2B5EF4-FFF2-40B4-BE49-F238E27FC236}">
                <a16:creationId xmlns:a16="http://schemas.microsoft.com/office/drawing/2014/main" id="{D2BC6E31-B23B-F40B-7702-E69C6CEB565D}"/>
              </a:ext>
            </a:extLst>
          </p:cNvPr>
          <p:cNvPicPr>
            <a:picLocks noChangeAspect="1"/>
          </p:cNvPicPr>
          <p:nvPr>
            <a:videoFile r:link="rId2"/>
            <p:extLst>
              <p:ext uri="{DAA4B4D4-6D71-4841-9C94-3DE7FCFB9230}">
                <p14:media xmlns:p14="http://schemas.microsoft.com/office/powerpoint/2010/main" r:embed="rId3">
                  <p14:trim st="3432" end="5143.1333"/>
                </p14:media>
              </p:ext>
            </p:extLst>
          </p:nvPr>
        </p:nvPicPr>
        <p:blipFill>
          <a:blip r:embed="rId7"/>
          <a:stretch>
            <a:fillRect/>
          </a:stretch>
        </p:blipFill>
        <p:spPr>
          <a:xfrm>
            <a:off x="1354119" y="917792"/>
            <a:ext cx="9144000" cy="5715000"/>
          </a:xfrm>
          <a:prstGeom prst="rect">
            <a:avLst/>
          </a:prstGeom>
        </p:spPr>
      </p:pic>
      <p:pic>
        <p:nvPicPr>
          <p:cNvPr id="6" name="图片 5">
            <a:extLst>
              <a:ext uri="{FF2B5EF4-FFF2-40B4-BE49-F238E27FC236}">
                <a16:creationId xmlns:a16="http://schemas.microsoft.com/office/drawing/2014/main" id="{06EDD538-21A7-3B01-A128-7FD74751795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564936" y="93145"/>
            <a:ext cx="3350597" cy="628003"/>
          </a:xfrm>
          <a:prstGeom prst="rect">
            <a:avLst/>
          </a:prstGeom>
        </p:spPr>
      </p:pic>
      <p:sp>
        <p:nvSpPr>
          <p:cNvPr id="23" name="TextBox 4">
            <a:extLst>
              <a:ext uri="{FF2B5EF4-FFF2-40B4-BE49-F238E27FC236}">
                <a16:creationId xmlns:a16="http://schemas.microsoft.com/office/drawing/2014/main" id="{6C4A9295-5055-4E32-8EA5-B99FD2122D5E}"/>
              </a:ext>
            </a:extLst>
          </p:cNvPr>
          <p:cNvSpPr txBox="1"/>
          <p:nvPr/>
        </p:nvSpPr>
        <p:spPr>
          <a:xfrm>
            <a:off x="190500" y="114300"/>
            <a:ext cx="5105400" cy="584775"/>
          </a:xfrm>
          <a:prstGeom prst="rect">
            <a:avLst/>
          </a:prstGeom>
          <a:noFill/>
          <a:ln>
            <a:noFill/>
          </a:ln>
        </p:spPr>
        <p:txBody>
          <a:bodyPr wrap="square" rtlCol="0">
            <a:spAutoFit/>
          </a:bodyPr>
          <a:lstStyle/>
          <a:p>
            <a:pPr>
              <a:defRPr/>
            </a:pPr>
            <a:r>
              <a:rPr lang="zh-CN" altLang="en-US" sz="3200" b="1" dirty="0">
                <a:latin typeface="Microsoft YaHei" panose="020B0503020204020204" pitchFamily="34" charset="-122"/>
                <a:ea typeface="Microsoft YaHei" panose="020B0503020204020204" pitchFamily="34" charset="-122"/>
                <a:sym typeface="+mn-ea"/>
              </a:rPr>
              <a:t>缓流与急流的定性判别</a:t>
            </a:r>
          </a:p>
        </p:txBody>
      </p:sp>
      <p:cxnSp>
        <p:nvCxnSpPr>
          <p:cNvPr id="7" name="直接箭头连接符 6">
            <a:extLst>
              <a:ext uri="{FF2B5EF4-FFF2-40B4-BE49-F238E27FC236}">
                <a16:creationId xmlns:a16="http://schemas.microsoft.com/office/drawing/2014/main" id="{BF53A2EE-C8C9-4653-922B-0ADD9B347E3F}"/>
              </a:ext>
            </a:extLst>
          </p:cNvPr>
          <p:cNvCxnSpPr>
            <a:cxnSpLocks/>
          </p:cNvCxnSpPr>
          <p:nvPr/>
        </p:nvCxnSpPr>
        <p:spPr>
          <a:xfrm>
            <a:off x="1582443" y="1116897"/>
            <a:ext cx="1523828" cy="0"/>
          </a:xfrm>
          <a:prstGeom prst="straightConnector1">
            <a:avLst/>
          </a:prstGeom>
          <a:ln w="7620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8FC0D920-3E56-486C-96B7-FA4726F46EAF}"/>
              </a:ext>
            </a:extLst>
          </p:cNvPr>
          <p:cNvSpPr txBox="1"/>
          <p:nvPr/>
        </p:nvSpPr>
        <p:spPr>
          <a:xfrm>
            <a:off x="1582443" y="1193770"/>
            <a:ext cx="1422184" cy="461665"/>
          </a:xfrm>
          <a:prstGeom prst="rect">
            <a:avLst/>
          </a:prstGeom>
          <a:noFill/>
        </p:spPr>
        <p:txBody>
          <a:bodyPr wrap="none" rtlCol="0">
            <a:spAutoFit/>
          </a:bodyPr>
          <a:lstStyle/>
          <a:p>
            <a:r>
              <a:rPr lang="zh-CN" altLang="en-US" sz="2400" b="1" dirty="0">
                <a:solidFill>
                  <a:srgbClr val="C00000"/>
                </a:solidFill>
              </a:rPr>
              <a:t>水流方向</a:t>
            </a:r>
          </a:p>
        </p:txBody>
      </p:sp>
    </p:spTree>
    <p:custDataLst>
      <p:tags r:id="rId1"/>
    </p:custDataLst>
    <p:extLst>
      <p:ext uri="{BB962C8B-B14F-4D97-AF65-F5344CB8AC3E}">
        <p14:creationId xmlns:p14="http://schemas.microsoft.com/office/powerpoint/2010/main" val="1118018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314"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vol="80000">
                <p:cTn id="12" fill="hold" display="0">
                  <p:stCondLst>
                    <p:cond delay="indefinite"/>
                  </p:stCondLst>
                </p:cTn>
                <p:tgtEl>
                  <p:spTgt spid="4"/>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 name="图片 81">
            <a:extLst>
              <a:ext uri="{FF2B5EF4-FFF2-40B4-BE49-F238E27FC236}">
                <a16:creationId xmlns:a16="http://schemas.microsoft.com/office/drawing/2014/main" id="{871291CF-8903-4C85-A039-EBDDB8DAA6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2" name="文本框 1"/>
          <p:cNvSpPr txBox="1"/>
          <p:nvPr/>
        </p:nvSpPr>
        <p:spPr>
          <a:xfrm>
            <a:off x="276467" y="144288"/>
            <a:ext cx="1669047" cy="646331"/>
          </a:xfrm>
          <a:prstGeom prst="rect">
            <a:avLst/>
          </a:prstGeom>
          <a:noFill/>
        </p:spPr>
        <p:txBody>
          <a:bodyPr wrap="none" rtlCol="0" anchor="t">
            <a:spAutoFit/>
          </a:bodyPr>
          <a:lstStyle/>
          <a:p>
            <a:r>
              <a:rPr lang="en-US" altLang="zh-CN" sz="3600" b="1" dirty="0">
                <a:solidFill>
                  <a:schemeClr val="bg1"/>
                </a:solidFill>
                <a:latin typeface="方正兰亭中粗黑_GBK" panose="02000000000000000000" charset="-122"/>
                <a:ea typeface="方正兰亭中粗黑_GBK" panose="02000000000000000000" charset="-122"/>
                <a:sym typeface="+mn-ea"/>
              </a:rPr>
              <a:t>1 </a:t>
            </a:r>
            <a:r>
              <a:rPr lang="zh-CN" altLang="en-US" sz="3600" b="1" dirty="0">
                <a:solidFill>
                  <a:schemeClr val="bg1"/>
                </a:solidFill>
                <a:latin typeface="方正兰亭中粗黑_GBK" panose="02000000000000000000" charset="-122"/>
                <a:ea typeface="方正兰亭中粗黑_GBK" panose="02000000000000000000" charset="-122"/>
                <a:sym typeface="+mn-ea"/>
              </a:rPr>
              <a:t>绪论 </a:t>
            </a:r>
          </a:p>
        </p:txBody>
      </p:sp>
      <p:sp>
        <p:nvSpPr>
          <p:cNvPr id="3" name="文本框 2"/>
          <p:cNvSpPr txBox="1"/>
          <p:nvPr/>
        </p:nvSpPr>
        <p:spPr>
          <a:xfrm>
            <a:off x="8822821" y="225208"/>
            <a:ext cx="3350597" cy="523220"/>
          </a:xfrm>
          <a:prstGeom prst="rect">
            <a:avLst/>
          </a:prstGeom>
          <a:noFill/>
        </p:spPr>
        <p:txBody>
          <a:bodyPr wrap="none" rtlCol="0" anchor="t">
            <a:spAutoFit/>
          </a:bodyPr>
          <a:lstStyle/>
          <a:p>
            <a:r>
              <a:rPr lang="en-US" altLang="zh-CN" sz="2800" b="1" dirty="0">
                <a:solidFill>
                  <a:schemeClr val="bg1"/>
                </a:solidFill>
                <a:latin typeface="兰亭黑-简" panose="02000000000000000000" charset="-122"/>
                <a:ea typeface="兰亭黑-简" panose="02000000000000000000" charset="-122"/>
                <a:sym typeface="+mn-ea"/>
              </a:rPr>
              <a:t>1.1 </a:t>
            </a:r>
            <a:r>
              <a:rPr lang="zh-CN" altLang="en-US" sz="2800" b="1" dirty="0">
                <a:solidFill>
                  <a:schemeClr val="bg1"/>
                </a:solidFill>
                <a:latin typeface="兰亭黑-简" panose="02000000000000000000" charset="-122"/>
                <a:ea typeface="兰亭黑-简" panose="02000000000000000000" charset="-122"/>
                <a:sym typeface="+mn-ea"/>
              </a:rPr>
              <a:t>研究背景及意义</a:t>
            </a:r>
          </a:p>
        </p:txBody>
      </p:sp>
      <p:grpSp>
        <p:nvGrpSpPr>
          <p:cNvPr id="8" name="组合 7">
            <a:extLst>
              <a:ext uri="{FF2B5EF4-FFF2-40B4-BE49-F238E27FC236}">
                <a16:creationId xmlns:a16="http://schemas.microsoft.com/office/drawing/2014/main" id="{D3F82734-8A59-4FF3-BC43-CAB89127B117}"/>
              </a:ext>
            </a:extLst>
          </p:cNvPr>
          <p:cNvGrpSpPr/>
          <p:nvPr/>
        </p:nvGrpSpPr>
        <p:grpSpPr>
          <a:xfrm>
            <a:off x="-59957" y="53728"/>
            <a:ext cx="12285617" cy="790577"/>
            <a:chOff x="-50432" y="53728"/>
            <a:chExt cx="12285617" cy="790577"/>
          </a:xfrm>
        </p:grpSpPr>
        <p:sp>
          <p:nvSpPr>
            <p:cNvPr id="9" name="六边形 24">
              <a:extLst>
                <a:ext uri="{FF2B5EF4-FFF2-40B4-BE49-F238E27FC236}">
                  <a16:creationId xmlns:a16="http://schemas.microsoft.com/office/drawing/2014/main" id="{68F9CC4C-7D7D-4881-82E9-10A79A763B44}"/>
                </a:ext>
              </a:extLst>
            </p:cNvPr>
            <p:cNvSpPr/>
            <p:nvPr/>
          </p:nvSpPr>
          <p:spPr>
            <a:xfrm>
              <a:off x="74468" y="769295"/>
              <a:ext cx="552450" cy="75010"/>
            </a:xfrm>
            <a:custGeom>
              <a:avLst/>
              <a:gdLst>
                <a:gd name="connsiteX0" fmla="*/ 0 w 747713"/>
                <a:gd name="connsiteY0" fmla="*/ 75010 h 150019"/>
                <a:gd name="connsiteX1" fmla="*/ 37505 w 747713"/>
                <a:gd name="connsiteY1" fmla="*/ 0 h 150019"/>
                <a:gd name="connsiteX2" fmla="*/ 710208 w 747713"/>
                <a:gd name="connsiteY2" fmla="*/ 0 h 150019"/>
                <a:gd name="connsiteX3" fmla="*/ 747713 w 747713"/>
                <a:gd name="connsiteY3" fmla="*/ 75010 h 150019"/>
                <a:gd name="connsiteX4" fmla="*/ 710208 w 747713"/>
                <a:gd name="connsiteY4" fmla="*/ 150019 h 150019"/>
                <a:gd name="connsiteX5" fmla="*/ 37505 w 747713"/>
                <a:gd name="connsiteY5" fmla="*/ 150019 h 150019"/>
                <a:gd name="connsiteX6" fmla="*/ 0 w 747713"/>
                <a:gd name="connsiteY6" fmla="*/ 75010 h 150019"/>
                <a:gd name="connsiteX0-1" fmla="*/ 37505 w 747713"/>
                <a:gd name="connsiteY0-2" fmla="*/ 0 h 150019"/>
                <a:gd name="connsiteX1-3" fmla="*/ 710208 w 747713"/>
                <a:gd name="connsiteY1-4" fmla="*/ 0 h 150019"/>
                <a:gd name="connsiteX2-5" fmla="*/ 747713 w 747713"/>
                <a:gd name="connsiteY2-6" fmla="*/ 75010 h 150019"/>
                <a:gd name="connsiteX3-7" fmla="*/ 710208 w 747713"/>
                <a:gd name="connsiteY3-8" fmla="*/ 150019 h 150019"/>
                <a:gd name="connsiteX4-9" fmla="*/ 37505 w 747713"/>
                <a:gd name="connsiteY4-10" fmla="*/ 150019 h 150019"/>
                <a:gd name="connsiteX5-11" fmla="*/ 0 w 747713"/>
                <a:gd name="connsiteY5-12" fmla="*/ 75010 h 150019"/>
                <a:gd name="connsiteX6-13" fmla="*/ 128945 w 747713"/>
                <a:gd name="connsiteY6-14" fmla="*/ 91440 h 150019"/>
                <a:gd name="connsiteX0-15" fmla="*/ 37505 w 747713"/>
                <a:gd name="connsiteY0-16" fmla="*/ 0 h 150019"/>
                <a:gd name="connsiteX1-17" fmla="*/ 710208 w 747713"/>
                <a:gd name="connsiteY1-18" fmla="*/ 0 h 150019"/>
                <a:gd name="connsiteX2-19" fmla="*/ 747713 w 747713"/>
                <a:gd name="connsiteY2-20" fmla="*/ 75010 h 150019"/>
                <a:gd name="connsiteX3-21" fmla="*/ 710208 w 747713"/>
                <a:gd name="connsiteY3-22" fmla="*/ 150019 h 150019"/>
                <a:gd name="connsiteX4-23" fmla="*/ 37505 w 747713"/>
                <a:gd name="connsiteY4-24" fmla="*/ 150019 h 150019"/>
                <a:gd name="connsiteX5-25" fmla="*/ 0 w 747713"/>
                <a:gd name="connsiteY5-26" fmla="*/ 75010 h 150019"/>
                <a:gd name="connsiteX0-27" fmla="*/ 710208 w 747713"/>
                <a:gd name="connsiteY0-28" fmla="*/ 0 h 150019"/>
                <a:gd name="connsiteX1-29" fmla="*/ 747713 w 747713"/>
                <a:gd name="connsiteY1-30" fmla="*/ 75010 h 150019"/>
                <a:gd name="connsiteX2-31" fmla="*/ 710208 w 747713"/>
                <a:gd name="connsiteY2-32" fmla="*/ 150019 h 150019"/>
                <a:gd name="connsiteX3-33" fmla="*/ 37505 w 747713"/>
                <a:gd name="connsiteY3-34" fmla="*/ 150019 h 150019"/>
                <a:gd name="connsiteX4-35" fmla="*/ 0 w 747713"/>
                <a:gd name="connsiteY4-36" fmla="*/ 75010 h 150019"/>
                <a:gd name="connsiteX0-37" fmla="*/ 672703 w 710208"/>
                <a:gd name="connsiteY0-38" fmla="*/ 0 h 150019"/>
                <a:gd name="connsiteX1-39" fmla="*/ 710208 w 710208"/>
                <a:gd name="connsiteY1-40" fmla="*/ 75010 h 150019"/>
                <a:gd name="connsiteX2-41" fmla="*/ 672703 w 710208"/>
                <a:gd name="connsiteY2-42" fmla="*/ 150019 h 150019"/>
                <a:gd name="connsiteX3-43" fmla="*/ 0 w 710208"/>
                <a:gd name="connsiteY3-44" fmla="*/ 150019 h 150019"/>
                <a:gd name="connsiteX0-45" fmla="*/ 710208 w 710208"/>
                <a:gd name="connsiteY0-46" fmla="*/ 0 h 75009"/>
                <a:gd name="connsiteX1-47" fmla="*/ 672703 w 710208"/>
                <a:gd name="connsiteY1-48" fmla="*/ 75009 h 75009"/>
                <a:gd name="connsiteX2-49" fmla="*/ 0 w 710208"/>
                <a:gd name="connsiteY2-50" fmla="*/ 75009 h 75009"/>
                <a:gd name="connsiteX0-51" fmla="*/ 710208 w 710208"/>
                <a:gd name="connsiteY0-52" fmla="*/ 0 h 75010"/>
                <a:gd name="connsiteX1-53" fmla="*/ 672703 w 710208"/>
                <a:gd name="connsiteY1-54" fmla="*/ 75009 h 75010"/>
                <a:gd name="connsiteX2-55" fmla="*/ 352016 w 710208"/>
                <a:gd name="connsiteY2-56" fmla="*/ 75010 h 75010"/>
                <a:gd name="connsiteX3-57" fmla="*/ 0 w 710208"/>
                <a:gd name="connsiteY3-58" fmla="*/ 75009 h 75010"/>
                <a:gd name="connsiteX0-59" fmla="*/ 358192 w 358192"/>
                <a:gd name="connsiteY0-60" fmla="*/ 0 h 75010"/>
                <a:gd name="connsiteX1-61" fmla="*/ 320687 w 358192"/>
                <a:gd name="connsiteY1-62" fmla="*/ 75009 h 75010"/>
                <a:gd name="connsiteX2-63" fmla="*/ 0 w 358192"/>
                <a:gd name="connsiteY2-64" fmla="*/ 75010 h 75010"/>
              </a:gdLst>
              <a:ahLst/>
              <a:cxnLst>
                <a:cxn ang="0">
                  <a:pos x="connsiteX0-1" y="connsiteY0-2"/>
                </a:cxn>
                <a:cxn ang="0">
                  <a:pos x="connsiteX1-3" y="connsiteY1-4"/>
                </a:cxn>
                <a:cxn ang="0">
                  <a:pos x="connsiteX2-5" y="connsiteY2-6"/>
                </a:cxn>
              </a:cxnLst>
              <a:rect l="l" t="t" r="r" b="b"/>
              <a:pathLst>
                <a:path w="358192" h="75010">
                  <a:moveTo>
                    <a:pt x="358192" y="0"/>
                  </a:moveTo>
                  <a:lnTo>
                    <a:pt x="320687" y="75009"/>
                  </a:lnTo>
                  <a:lnTo>
                    <a:pt x="0" y="75010"/>
                  </a:lnTo>
                </a:path>
              </a:pathLst>
            </a:custGeom>
            <a:noFill/>
            <a:ln>
              <a:solidFill>
                <a:srgbClr val="00B0F0"/>
              </a:solidFill>
              <a:tailEnd type="diamond"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0" name="矩形 9">
              <a:extLst>
                <a:ext uri="{FF2B5EF4-FFF2-40B4-BE49-F238E27FC236}">
                  <a16:creationId xmlns:a16="http://schemas.microsoft.com/office/drawing/2014/main" id="{ED237AC2-3AEB-46ED-8BAC-3650FF5362FA}"/>
                </a:ext>
              </a:extLst>
            </p:cNvPr>
            <p:cNvSpPr/>
            <p:nvPr/>
          </p:nvSpPr>
          <p:spPr>
            <a:xfrm flipV="1">
              <a:off x="5411" y="53728"/>
              <a:ext cx="12186591" cy="737445"/>
            </a:xfrm>
            <a:prstGeom prst="rect">
              <a:avLst/>
            </a:prstGeom>
            <a:gradFill flip="none" rotWithShape="1">
              <a:gsLst>
                <a:gs pos="0">
                  <a:srgbClr val="00448E">
                    <a:alpha val="15000"/>
                  </a:srgbClr>
                </a:gs>
                <a:gs pos="49000">
                  <a:srgbClr val="00448E">
                    <a:alpha val="0"/>
                  </a:srgbClr>
                </a:gs>
              </a:gsLst>
              <a:lin ang="5400000" scaled="1"/>
              <a:tileRect/>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1" name="矩形 10">
              <a:extLst>
                <a:ext uri="{FF2B5EF4-FFF2-40B4-BE49-F238E27FC236}">
                  <a16:creationId xmlns:a16="http://schemas.microsoft.com/office/drawing/2014/main" id="{1968515E-08C3-435A-980E-BF558FA7CD0F}"/>
                </a:ext>
              </a:extLst>
            </p:cNvPr>
            <p:cNvSpPr/>
            <p:nvPr/>
          </p:nvSpPr>
          <p:spPr>
            <a:xfrm>
              <a:off x="5411" y="762785"/>
              <a:ext cx="12229774" cy="45719"/>
            </a:xfrm>
            <a:prstGeom prst="rect">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mn-cs"/>
              </a:endParaRPr>
            </a:p>
          </p:txBody>
        </p:sp>
        <p:grpSp>
          <p:nvGrpSpPr>
            <p:cNvPr id="12" name="组合 11">
              <a:extLst>
                <a:ext uri="{FF2B5EF4-FFF2-40B4-BE49-F238E27FC236}">
                  <a16:creationId xmlns:a16="http://schemas.microsoft.com/office/drawing/2014/main" id="{29A54950-187F-4E9C-B865-F8540E4B0F10}"/>
                </a:ext>
              </a:extLst>
            </p:cNvPr>
            <p:cNvGrpSpPr/>
            <p:nvPr/>
          </p:nvGrpSpPr>
          <p:grpSpPr>
            <a:xfrm>
              <a:off x="-50432" y="682379"/>
              <a:ext cx="539237" cy="94600"/>
              <a:chOff x="-55843" y="628650"/>
              <a:chExt cx="539237" cy="94600"/>
            </a:xfrm>
          </p:grpSpPr>
          <p:sp>
            <p:nvSpPr>
              <p:cNvPr id="17" name="平行四边形 16">
                <a:extLst>
                  <a:ext uri="{FF2B5EF4-FFF2-40B4-BE49-F238E27FC236}">
                    <a16:creationId xmlns:a16="http://schemas.microsoft.com/office/drawing/2014/main" id="{D6F9A2E4-8D53-4EA2-B972-AB284065EA63}"/>
                  </a:ext>
                </a:extLst>
              </p:cNvPr>
              <p:cNvSpPr/>
              <p:nvPr/>
            </p:nvSpPr>
            <p:spPr>
              <a:xfrm flipH="1">
                <a:off x="-55843"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8" name="平行四边形 17">
                <a:extLst>
                  <a:ext uri="{FF2B5EF4-FFF2-40B4-BE49-F238E27FC236}">
                    <a16:creationId xmlns:a16="http://schemas.microsoft.com/office/drawing/2014/main" id="{72AA39BE-D714-4D77-B8A7-54C7CDE57E6E}"/>
                  </a:ext>
                </a:extLst>
              </p:cNvPr>
              <p:cNvSpPr/>
              <p:nvPr/>
            </p:nvSpPr>
            <p:spPr>
              <a:xfrm flipH="1">
                <a:off x="29990"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9" name="平行四边形 18">
                <a:extLst>
                  <a:ext uri="{FF2B5EF4-FFF2-40B4-BE49-F238E27FC236}">
                    <a16:creationId xmlns:a16="http://schemas.microsoft.com/office/drawing/2014/main" id="{FCB174F2-6DE0-4684-A8ED-E0F20F53D450}"/>
                  </a:ext>
                </a:extLst>
              </p:cNvPr>
              <p:cNvSpPr/>
              <p:nvPr/>
            </p:nvSpPr>
            <p:spPr>
              <a:xfrm flipH="1">
                <a:off x="115823"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20" name="平行四边形 19">
                <a:extLst>
                  <a:ext uri="{FF2B5EF4-FFF2-40B4-BE49-F238E27FC236}">
                    <a16:creationId xmlns:a16="http://schemas.microsoft.com/office/drawing/2014/main" id="{0D15C374-FD35-4DA9-A9B0-4AB06273ADBC}"/>
                  </a:ext>
                </a:extLst>
              </p:cNvPr>
              <p:cNvSpPr/>
              <p:nvPr/>
            </p:nvSpPr>
            <p:spPr>
              <a:xfrm flipH="1">
                <a:off x="201656"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21" name="平行四边形 20">
                <a:extLst>
                  <a:ext uri="{FF2B5EF4-FFF2-40B4-BE49-F238E27FC236}">
                    <a16:creationId xmlns:a16="http://schemas.microsoft.com/office/drawing/2014/main" id="{AD8A548E-0B81-408F-ADDD-148D62F17169}"/>
                  </a:ext>
                </a:extLst>
              </p:cNvPr>
              <p:cNvSpPr/>
              <p:nvPr/>
            </p:nvSpPr>
            <p:spPr>
              <a:xfrm flipH="1">
                <a:off x="287489"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22" name="平行四边形 21">
                <a:extLst>
                  <a:ext uri="{FF2B5EF4-FFF2-40B4-BE49-F238E27FC236}">
                    <a16:creationId xmlns:a16="http://schemas.microsoft.com/office/drawing/2014/main" id="{9CE8D40F-C01A-4472-B2FF-AA86E40993D8}"/>
                  </a:ext>
                </a:extLst>
              </p:cNvPr>
              <p:cNvSpPr/>
              <p:nvPr/>
            </p:nvSpPr>
            <p:spPr>
              <a:xfrm flipH="1">
                <a:off x="373320"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mn-cs"/>
                </a:endParaRPr>
              </a:p>
            </p:txBody>
          </p:sp>
        </p:grpSp>
        <p:sp>
          <p:nvSpPr>
            <p:cNvPr id="13" name="平行四边形 12">
              <a:extLst>
                <a:ext uri="{FF2B5EF4-FFF2-40B4-BE49-F238E27FC236}">
                  <a16:creationId xmlns:a16="http://schemas.microsoft.com/office/drawing/2014/main" id="{7BC82760-8CA4-4F41-9CF2-10466BFD4364}"/>
                </a:ext>
              </a:extLst>
            </p:cNvPr>
            <p:cNvSpPr/>
            <p:nvPr/>
          </p:nvSpPr>
          <p:spPr>
            <a:xfrm>
              <a:off x="514462" y="800588"/>
              <a:ext cx="69503" cy="31175"/>
            </a:xfrm>
            <a:prstGeom prst="parallelogram">
              <a:avLst>
                <a:gd name="adj" fmla="val 74000"/>
              </a:avLst>
            </a:prstGeom>
            <a:solidFill>
              <a:srgbClr val="00B0F0">
                <a:alpha val="30000"/>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5" name="平行四边形 14">
              <a:extLst>
                <a:ext uri="{FF2B5EF4-FFF2-40B4-BE49-F238E27FC236}">
                  <a16:creationId xmlns:a16="http://schemas.microsoft.com/office/drawing/2014/main" id="{2CF28AAC-150F-4C44-AB68-8A18F323EDA6}"/>
                </a:ext>
              </a:extLst>
            </p:cNvPr>
            <p:cNvSpPr/>
            <p:nvPr/>
          </p:nvSpPr>
          <p:spPr>
            <a:xfrm>
              <a:off x="445406" y="800588"/>
              <a:ext cx="69503" cy="31175"/>
            </a:xfrm>
            <a:prstGeom prst="parallelogram">
              <a:avLst>
                <a:gd name="adj" fmla="val 74000"/>
              </a:avLst>
            </a:prstGeom>
            <a:solidFill>
              <a:srgbClr val="00B0F0">
                <a:alpha val="20000"/>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6" name="平行四边形 15">
              <a:extLst>
                <a:ext uri="{FF2B5EF4-FFF2-40B4-BE49-F238E27FC236}">
                  <a16:creationId xmlns:a16="http://schemas.microsoft.com/office/drawing/2014/main" id="{FB90FD3E-4D21-4144-86B7-2799A3ECFE60}"/>
                </a:ext>
              </a:extLst>
            </p:cNvPr>
            <p:cNvSpPr/>
            <p:nvPr/>
          </p:nvSpPr>
          <p:spPr>
            <a:xfrm>
              <a:off x="376350" y="800588"/>
              <a:ext cx="69503" cy="31175"/>
            </a:xfrm>
            <a:prstGeom prst="parallelogram">
              <a:avLst>
                <a:gd name="adj" fmla="val 74000"/>
              </a:avLst>
            </a:prstGeom>
            <a:solidFill>
              <a:srgbClr val="00B0F0">
                <a:alpha val="10000"/>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grpSp>
      <p:sp>
        <p:nvSpPr>
          <p:cNvPr id="27" name="矩形 26">
            <a:extLst>
              <a:ext uri="{FF2B5EF4-FFF2-40B4-BE49-F238E27FC236}">
                <a16:creationId xmlns:a16="http://schemas.microsoft.com/office/drawing/2014/main" id="{4550A89E-A830-40B7-961C-0B2BC5739193}"/>
              </a:ext>
            </a:extLst>
          </p:cNvPr>
          <p:cNvSpPr/>
          <p:nvPr/>
        </p:nvSpPr>
        <p:spPr>
          <a:xfrm>
            <a:off x="11715750" y="6429539"/>
            <a:ext cx="476250" cy="428461"/>
          </a:xfrm>
          <a:prstGeom prst="rect">
            <a:avLst/>
          </a:prstGeom>
          <a:solidFill>
            <a:srgbClr val="0044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latin typeface="微软雅黑" panose="020B0503020204020204" pitchFamily="34" charset="-122"/>
                <a:ea typeface="微软雅黑" panose="020B0503020204020204" pitchFamily="34" charset="-122"/>
                <a:cs typeface="Times New Roman" panose="02020603050405020304" pitchFamily="18" charset="0"/>
              </a:rPr>
              <a:t>9</a:t>
            </a:r>
            <a:endParaRPr kumimoji="1" lang="zh-CN" altLang="en-US"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文本框 3">
            <a:extLst>
              <a:ext uri="{FF2B5EF4-FFF2-40B4-BE49-F238E27FC236}">
                <a16:creationId xmlns:a16="http://schemas.microsoft.com/office/drawing/2014/main" id="{24D9A74E-8A75-0B74-525C-F607D35DC1A4}"/>
              </a:ext>
            </a:extLst>
          </p:cNvPr>
          <p:cNvSpPr txBox="1"/>
          <p:nvPr/>
        </p:nvSpPr>
        <p:spPr>
          <a:xfrm>
            <a:off x="2307138" y="4411391"/>
            <a:ext cx="7512001" cy="2059410"/>
          </a:xfrm>
          <a:prstGeom prst="rect">
            <a:avLst/>
          </a:prstGeom>
          <a:noFill/>
          <a:ln w="15875">
            <a:solidFill>
              <a:schemeClr val="tx1"/>
            </a:solidFill>
            <a:prstDash val="lgDash"/>
          </a:ln>
        </p:spPr>
        <p:txBody>
          <a:bodyPr wrap="square">
            <a:spAutoFit/>
          </a:bodyPr>
          <a:lstStyle/>
          <a:p>
            <a:pPr marL="342900" indent="-342900" eaLnBrk="0" fontAlgn="base" hangingPunct="0">
              <a:lnSpc>
                <a:spcPct val="150000"/>
              </a:lnSpc>
              <a:spcBef>
                <a:spcPct val="0"/>
              </a:spcBef>
              <a:spcAft>
                <a:spcPct val="0"/>
              </a:spcAft>
              <a:buFont typeface="Arial" panose="020B0604020202020204" pitchFamily="34" charset="0"/>
              <a:buChar char="•"/>
            </a:pPr>
            <a:r>
              <a:rPr lang="zh-CN" altLang="en-US" sz="22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当</a:t>
            </a:r>
            <a:r>
              <a:rPr lang="en-US" altLang="zh-CN" sz="2200" b="1" i="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v</a:t>
            </a:r>
            <a:r>
              <a:rPr lang="en-US" altLang="zh-CN" sz="22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22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时水流静止，干扰波能向四周以一定的速度传播</a:t>
            </a:r>
            <a:endParaRPr lang="en-US" altLang="zh-CN" sz="22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eaLnBrk="0" fontAlgn="base" hangingPunct="0">
              <a:lnSpc>
                <a:spcPct val="150000"/>
              </a:lnSpc>
              <a:spcBef>
                <a:spcPct val="0"/>
              </a:spcBef>
              <a:spcAft>
                <a:spcPct val="0"/>
              </a:spcAft>
              <a:buFont typeface="Arial" panose="020B0604020202020204" pitchFamily="34" charset="0"/>
              <a:buChar char="•"/>
            </a:pPr>
            <a:r>
              <a:rPr lang="zh-CN" altLang="en-US" sz="22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当</a:t>
            </a:r>
            <a:r>
              <a:rPr lang="en-US" altLang="zh-CN" sz="2200" b="1" i="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v</a:t>
            </a:r>
            <a:r>
              <a:rPr lang="en-US" altLang="zh-CN" sz="22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&lt;</a:t>
            </a:r>
            <a:r>
              <a:rPr lang="en-US" altLang="zh-CN" sz="2200" b="1" i="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a:t>
            </a:r>
            <a:r>
              <a:rPr lang="zh-CN" altLang="en-US" sz="22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时，水流称为</a:t>
            </a:r>
            <a:r>
              <a:rPr lang="zh-CN" altLang="en-US"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缓流</a:t>
            </a:r>
            <a:endPar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eaLnBrk="0" fontAlgn="base" hangingPunct="0">
              <a:lnSpc>
                <a:spcPct val="150000"/>
              </a:lnSpc>
              <a:spcBef>
                <a:spcPct val="0"/>
              </a:spcBef>
              <a:spcAft>
                <a:spcPct val="0"/>
              </a:spcAft>
              <a:buFont typeface="Arial" panose="020B0604020202020204" pitchFamily="34" charset="0"/>
              <a:buChar char="•"/>
            </a:pPr>
            <a:r>
              <a:rPr lang="zh-CN" altLang="en-US" sz="22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当</a:t>
            </a:r>
            <a:r>
              <a:rPr lang="en-US" altLang="zh-CN" sz="2200" b="1" i="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v</a:t>
            </a:r>
            <a:r>
              <a:rPr lang="en-US" altLang="zh-CN" sz="22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&gt;</a:t>
            </a:r>
            <a:r>
              <a:rPr lang="en-US" altLang="zh-CN" sz="2200" b="1" i="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a:t>
            </a:r>
            <a:r>
              <a:rPr lang="zh-CN" altLang="en-US" sz="22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时，水流称为</a:t>
            </a:r>
            <a:r>
              <a:rPr lang="zh-CN" altLang="en-US"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急流</a:t>
            </a:r>
            <a:endParaRPr lang="en-US" altLang="zh-CN"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eaLnBrk="0" fontAlgn="base" hangingPunct="0">
              <a:lnSpc>
                <a:spcPct val="150000"/>
              </a:lnSpc>
              <a:spcBef>
                <a:spcPct val="0"/>
              </a:spcBef>
              <a:spcAft>
                <a:spcPct val="0"/>
              </a:spcAft>
              <a:buFont typeface="Arial" panose="020B0604020202020204" pitchFamily="34" charset="0"/>
              <a:buChar char="•"/>
            </a:pPr>
            <a:r>
              <a:rPr lang="zh-CN" altLang="en-US" sz="22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当</a:t>
            </a:r>
            <a:r>
              <a:rPr lang="en-US" altLang="zh-CN" sz="2200" b="1" i="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v</a:t>
            </a:r>
            <a:r>
              <a:rPr lang="en-US" altLang="zh-CN" sz="22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200" b="1" i="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a:t>
            </a:r>
            <a:r>
              <a:rPr lang="zh-CN" altLang="en-US" sz="22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时，水流称为</a:t>
            </a:r>
            <a:r>
              <a:rPr lang="zh-CN" altLang="en-US" sz="22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临界流</a:t>
            </a:r>
          </a:p>
        </p:txBody>
      </p:sp>
      <p:sp>
        <p:nvSpPr>
          <p:cNvPr id="5" name="文本框 4">
            <a:extLst>
              <a:ext uri="{FF2B5EF4-FFF2-40B4-BE49-F238E27FC236}">
                <a16:creationId xmlns:a16="http://schemas.microsoft.com/office/drawing/2014/main" id="{62DC13E6-D567-9A86-8476-86336B267B4B}"/>
              </a:ext>
            </a:extLst>
          </p:cNvPr>
          <p:cNvSpPr txBox="1"/>
          <p:nvPr/>
        </p:nvSpPr>
        <p:spPr>
          <a:xfrm>
            <a:off x="351144" y="851678"/>
            <a:ext cx="2966031" cy="461665"/>
          </a:xfrm>
          <a:prstGeom prst="rect">
            <a:avLst/>
          </a:prstGeom>
          <a:solidFill>
            <a:srgbClr val="0070C0"/>
          </a:solidFill>
          <a:ln w="25400" cap="flat" cmpd="sng" algn="ctr">
            <a:noFill/>
            <a:prstDash val="solid"/>
          </a:ln>
          <a:effectLst/>
        </p:spPr>
        <p:txBody>
          <a:bodyPr wrap="square">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24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明渠水流的三种流态</a:t>
            </a:r>
            <a:endParaRPr kumimoji="0" lang="zh-CN" altLang="en-US" sz="24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grpSp>
        <p:nvGrpSpPr>
          <p:cNvPr id="83" name="组合 82">
            <a:extLst>
              <a:ext uri="{FF2B5EF4-FFF2-40B4-BE49-F238E27FC236}">
                <a16:creationId xmlns:a16="http://schemas.microsoft.com/office/drawing/2014/main" id="{3AC21CCA-920F-9B09-18B3-25953D374FA5}"/>
              </a:ext>
            </a:extLst>
          </p:cNvPr>
          <p:cNvGrpSpPr/>
          <p:nvPr/>
        </p:nvGrpSpPr>
        <p:grpSpPr>
          <a:xfrm>
            <a:off x="1110990" y="1446118"/>
            <a:ext cx="9789070" cy="2491542"/>
            <a:chOff x="332083" y="1676168"/>
            <a:chExt cx="8080536" cy="2101310"/>
          </a:xfrm>
        </p:grpSpPr>
        <p:grpSp>
          <p:nvGrpSpPr>
            <p:cNvPr id="6" name="组合 5">
              <a:extLst>
                <a:ext uri="{FF2B5EF4-FFF2-40B4-BE49-F238E27FC236}">
                  <a16:creationId xmlns:a16="http://schemas.microsoft.com/office/drawing/2014/main" id="{7DF7BFB7-E243-5B93-2289-97006CE421D5}"/>
                </a:ext>
              </a:extLst>
            </p:cNvPr>
            <p:cNvGrpSpPr/>
            <p:nvPr/>
          </p:nvGrpSpPr>
          <p:grpSpPr>
            <a:xfrm>
              <a:off x="332083" y="1767529"/>
              <a:ext cx="1821129" cy="1987763"/>
              <a:chOff x="897804" y="3067957"/>
              <a:chExt cx="2094148" cy="2285763"/>
            </a:xfrm>
          </p:grpSpPr>
          <p:sp>
            <p:nvSpPr>
              <p:cNvPr id="7" name="流程图: 接点 6">
                <a:extLst>
                  <a:ext uri="{FF2B5EF4-FFF2-40B4-BE49-F238E27FC236}">
                    <a16:creationId xmlns:a16="http://schemas.microsoft.com/office/drawing/2014/main" id="{9E526905-7433-F007-14C0-A374646334AE}"/>
                  </a:ext>
                </a:extLst>
              </p:cNvPr>
              <p:cNvSpPr/>
              <p:nvPr/>
            </p:nvSpPr>
            <p:spPr>
              <a:xfrm>
                <a:off x="1751798" y="3975234"/>
                <a:ext cx="432000" cy="432000"/>
              </a:xfrm>
              <a:prstGeom prst="flowChartConnector">
                <a:avLst/>
              </a:prstGeom>
              <a:noFill/>
              <a:ln w="19050" cap="flat" cmpd="sng" algn="ctr">
                <a:solidFill>
                  <a:srgbClr val="000000"/>
                </a:solid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cxnSp>
            <p:nvCxnSpPr>
              <p:cNvPr id="14" name="直接连接符 13">
                <a:extLst>
                  <a:ext uri="{FF2B5EF4-FFF2-40B4-BE49-F238E27FC236}">
                    <a16:creationId xmlns:a16="http://schemas.microsoft.com/office/drawing/2014/main" id="{9F056BC2-75B9-8497-44EF-05DCA85BFD66}"/>
                  </a:ext>
                </a:extLst>
              </p:cNvPr>
              <p:cNvCxnSpPr>
                <a:cxnSpLocks/>
              </p:cNvCxnSpPr>
              <p:nvPr/>
            </p:nvCxnSpPr>
            <p:spPr>
              <a:xfrm>
                <a:off x="991402" y="4191234"/>
                <a:ext cx="1953929" cy="0"/>
              </a:xfrm>
              <a:prstGeom prst="line">
                <a:avLst/>
              </a:prstGeom>
              <a:noFill/>
              <a:ln w="19050" cap="flat" cmpd="sng" algn="ctr">
                <a:solidFill>
                  <a:srgbClr val="000000"/>
                </a:solidFill>
                <a:prstDash val="solid"/>
                <a:headEnd type="triangle"/>
                <a:tailEnd type="triangle"/>
              </a:ln>
              <a:effectLst/>
            </p:spPr>
          </p:cxnSp>
          <p:sp>
            <p:nvSpPr>
              <p:cNvPr id="23" name="流程图: 接点 22">
                <a:extLst>
                  <a:ext uri="{FF2B5EF4-FFF2-40B4-BE49-F238E27FC236}">
                    <a16:creationId xmlns:a16="http://schemas.microsoft.com/office/drawing/2014/main" id="{95EF1A9F-0C27-8085-2F9C-6B6049A50002}"/>
                  </a:ext>
                </a:extLst>
              </p:cNvPr>
              <p:cNvSpPr/>
              <p:nvPr/>
            </p:nvSpPr>
            <p:spPr>
              <a:xfrm>
                <a:off x="1643798" y="3867234"/>
                <a:ext cx="648000" cy="648000"/>
              </a:xfrm>
              <a:prstGeom prst="flowChartConnector">
                <a:avLst/>
              </a:prstGeom>
              <a:noFill/>
              <a:ln w="19050" cap="flat" cmpd="sng" algn="ctr">
                <a:solidFill>
                  <a:srgbClr val="000000"/>
                </a:solid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4" name="流程图: 接点 23">
                <a:extLst>
                  <a:ext uri="{FF2B5EF4-FFF2-40B4-BE49-F238E27FC236}">
                    <a16:creationId xmlns:a16="http://schemas.microsoft.com/office/drawing/2014/main" id="{5EA5DA37-1853-5558-629D-4E67ACB3E794}"/>
                  </a:ext>
                </a:extLst>
              </p:cNvPr>
              <p:cNvSpPr/>
              <p:nvPr/>
            </p:nvSpPr>
            <p:spPr>
              <a:xfrm>
                <a:off x="1517798" y="3741234"/>
                <a:ext cx="900000" cy="900000"/>
              </a:xfrm>
              <a:prstGeom prst="flowChartConnector">
                <a:avLst/>
              </a:prstGeom>
              <a:noFill/>
              <a:ln w="19050" cap="flat" cmpd="sng" algn="ctr">
                <a:solidFill>
                  <a:srgbClr val="000000"/>
                </a:solid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5" name="流程图: 接点 24">
                <a:extLst>
                  <a:ext uri="{FF2B5EF4-FFF2-40B4-BE49-F238E27FC236}">
                    <a16:creationId xmlns:a16="http://schemas.microsoft.com/office/drawing/2014/main" id="{E571E542-7EE0-BABD-1A90-E8AFB2B5FA5F}"/>
                  </a:ext>
                </a:extLst>
              </p:cNvPr>
              <p:cNvSpPr/>
              <p:nvPr/>
            </p:nvSpPr>
            <p:spPr>
              <a:xfrm>
                <a:off x="1247798" y="3471234"/>
                <a:ext cx="1440000" cy="1440000"/>
              </a:xfrm>
              <a:prstGeom prst="flowChartConnector">
                <a:avLst/>
              </a:prstGeom>
              <a:noFill/>
              <a:ln w="19050" cap="flat" cmpd="sng" algn="ctr">
                <a:solidFill>
                  <a:srgbClr val="000000"/>
                </a:solid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8" name="流程图: 接点 27">
                <a:extLst>
                  <a:ext uri="{FF2B5EF4-FFF2-40B4-BE49-F238E27FC236}">
                    <a16:creationId xmlns:a16="http://schemas.microsoft.com/office/drawing/2014/main" id="{8E489509-2E8D-F196-E90C-47B644ABC116}"/>
                  </a:ext>
                </a:extLst>
              </p:cNvPr>
              <p:cNvSpPr/>
              <p:nvPr/>
            </p:nvSpPr>
            <p:spPr>
              <a:xfrm>
                <a:off x="1373798" y="3597234"/>
                <a:ext cx="1188000" cy="1188000"/>
              </a:xfrm>
              <a:prstGeom prst="flowChartConnector">
                <a:avLst/>
              </a:prstGeom>
              <a:noFill/>
              <a:ln w="19050" cap="flat" cmpd="sng" algn="ctr">
                <a:solidFill>
                  <a:srgbClr val="000000"/>
                </a:solid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9" name="文本框 28">
                <a:extLst>
                  <a:ext uri="{FF2B5EF4-FFF2-40B4-BE49-F238E27FC236}">
                    <a16:creationId xmlns:a16="http://schemas.microsoft.com/office/drawing/2014/main" id="{07A36959-876E-81B1-DA62-5B073DDA6C11}"/>
                  </a:ext>
                </a:extLst>
              </p:cNvPr>
              <p:cNvSpPr txBox="1"/>
              <p:nvPr/>
            </p:nvSpPr>
            <p:spPr>
              <a:xfrm>
                <a:off x="1725843" y="5055234"/>
                <a:ext cx="483909" cy="298486"/>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a:t>
                </a:r>
              </a:p>
            </p:txBody>
          </p:sp>
          <p:sp>
            <p:nvSpPr>
              <p:cNvPr id="31" name="文本框 30">
                <a:extLst>
                  <a:ext uri="{FF2B5EF4-FFF2-40B4-BE49-F238E27FC236}">
                    <a16:creationId xmlns:a16="http://schemas.microsoft.com/office/drawing/2014/main" id="{7FB7DE2F-81CB-91E0-7D0E-8CB18CC5FFF4}"/>
                  </a:ext>
                </a:extLst>
              </p:cNvPr>
              <p:cNvSpPr txBox="1"/>
              <p:nvPr/>
            </p:nvSpPr>
            <p:spPr>
              <a:xfrm>
                <a:off x="2749958" y="3775179"/>
                <a:ext cx="241994" cy="298486"/>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a:t>
                </a:r>
              </a:p>
            </p:txBody>
          </p:sp>
          <p:sp>
            <p:nvSpPr>
              <p:cNvPr id="34" name="文本框 33">
                <a:extLst>
                  <a:ext uri="{FF2B5EF4-FFF2-40B4-BE49-F238E27FC236}">
                    <a16:creationId xmlns:a16="http://schemas.microsoft.com/office/drawing/2014/main" id="{1BE260A5-DB30-4596-6183-5FD5E77458F0}"/>
                  </a:ext>
                </a:extLst>
              </p:cNvPr>
              <p:cNvSpPr txBox="1"/>
              <p:nvPr/>
            </p:nvSpPr>
            <p:spPr>
              <a:xfrm>
                <a:off x="897804" y="3791124"/>
                <a:ext cx="241994" cy="298486"/>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a:t>
                </a:r>
              </a:p>
            </p:txBody>
          </p:sp>
          <p:sp>
            <p:nvSpPr>
              <p:cNvPr id="35" name="文本框 34">
                <a:extLst>
                  <a:ext uri="{FF2B5EF4-FFF2-40B4-BE49-F238E27FC236}">
                    <a16:creationId xmlns:a16="http://schemas.microsoft.com/office/drawing/2014/main" id="{06086EAA-D284-0824-C575-83235632D0F1}"/>
                  </a:ext>
                </a:extLst>
              </p:cNvPr>
              <p:cNvSpPr txBox="1"/>
              <p:nvPr/>
            </p:nvSpPr>
            <p:spPr>
              <a:xfrm>
                <a:off x="1716115" y="3067957"/>
                <a:ext cx="629893" cy="298486"/>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静水</a:t>
                </a:r>
                <a:endParaRPr kumimoji="0" lang="en-US" altLang="zh-CN"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40" name="组合 39">
              <a:extLst>
                <a:ext uri="{FF2B5EF4-FFF2-40B4-BE49-F238E27FC236}">
                  <a16:creationId xmlns:a16="http://schemas.microsoft.com/office/drawing/2014/main" id="{DE5ADD89-D5FE-68C3-167A-550B854DE00A}"/>
                </a:ext>
              </a:extLst>
            </p:cNvPr>
            <p:cNvGrpSpPr/>
            <p:nvPr/>
          </p:nvGrpSpPr>
          <p:grpSpPr>
            <a:xfrm>
              <a:off x="1884962" y="1787614"/>
              <a:ext cx="2312906" cy="1987763"/>
              <a:chOff x="2596449" y="3067957"/>
              <a:chExt cx="2659651" cy="2285763"/>
            </a:xfrm>
          </p:grpSpPr>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FC04B443-8A2D-D099-371F-E3FAAC94D7B6}"/>
                      </a:ext>
                    </a:extLst>
                  </p:cNvPr>
                  <p:cNvSpPr txBox="1"/>
                  <p:nvPr/>
                </p:nvSpPr>
                <p:spPr>
                  <a:xfrm>
                    <a:off x="2596449" y="4545968"/>
                    <a:ext cx="1243944" cy="298486"/>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400" b="0" i="1" u="none" strike="noStrike" kern="0" cap="none" spc="0" normalizeH="0" baseline="0" noProof="0" smtClean="0">
                              <a:ln>
                                <a:noFill/>
                              </a:ln>
                              <a:solidFill>
                                <a:srgbClr val="000000"/>
                              </a:solidFill>
                              <a:effectLst/>
                              <a:uLnTx/>
                              <a:uFillTx/>
                              <a:latin typeface="Cambria Math" panose="02040503050406030204" pitchFamily="18" charset="0"/>
                              <a:cs typeface="Times New Roman" panose="02020603050405020304" pitchFamily="18" charset="0"/>
                            </a:rPr>
                            <m:t>𝐶</m:t>
                          </m:r>
                          <m:r>
                            <a:rPr kumimoji="0" lang="en-US" altLang="zh-CN" sz="1400" b="0" i="1" u="none" strike="noStrike" kern="0" cap="none" spc="0" normalizeH="0" baseline="0" noProof="0" smtClean="0">
                              <a:ln>
                                <a:noFill/>
                              </a:ln>
                              <a:solidFill>
                                <a:srgbClr val="000000"/>
                              </a:solidFill>
                              <a:effectLst/>
                              <a:uLnTx/>
                              <a:uFillTx/>
                              <a:latin typeface="Cambria Math" panose="02040503050406030204" pitchFamily="18" charset="0"/>
                              <a:cs typeface="Times New Roman" panose="02020603050405020304" pitchFamily="18" charset="0"/>
                            </a:rPr>
                            <m:t>=</m:t>
                          </m:r>
                          <m:r>
                            <m:rPr>
                              <m:sty m:val="p"/>
                            </m:rPr>
                            <a:rPr kumimoji="0" lang="en-US" altLang="zh-CN" sz="1400" b="1" i="1" u="none" strike="noStrike" kern="0" cap="none" spc="0" normalizeH="0" baseline="0" noProof="0" smtClean="0">
                              <a:ln>
                                <a:noFill/>
                              </a:ln>
                              <a:solidFill>
                                <a:srgbClr val="000000"/>
                              </a:solidFill>
                              <a:effectLst/>
                              <a:uLnTx/>
                              <a:uFillTx/>
                              <a:latin typeface="Cambria Math" panose="02040503050406030204" pitchFamily="18" charset="0"/>
                              <a:cs typeface="Times New Roman" panose="02020603050405020304" pitchFamily="18" charset="0"/>
                            </a:rPr>
                            <m:t>c</m:t>
                          </m:r>
                          <m:r>
                            <a:rPr kumimoji="0" lang="en-US" altLang="zh-CN" sz="1400" b="0" i="1" u="none" strike="noStrike" kern="0" cap="none" spc="0" normalizeH="0" baseline="0" noProof="0" smtClean="0">
                              <a:ln>
                                <a:noFill/>
                              </a:ln>
                              <a:solidFill>
                                <a:srgbClr val="000000"/>
                              </a:solidFill>
                              <a:effectLst/>
                              <a:uLnTx/>
                              <a:uFillTx/>
                              <a:latin typeface="Cambria Math" panose="02040503050406030204" pitchFamily="18" charset="0"/>
                              <a:cs typeface="Times New Roman" panose="02020603050405020304" pitchFamily="18" charset="0"/>
                            </a:rPr>
                            <m:t>−</m:t>
                          </m:r>
                          <m:r>
                            <m:rPr>
                              <m:sty m:val="p"/>
                            </m:rPr>
                            <a:rPr kumimoji="0" lang="en-US" altLang="zh-CN" sz="1400" b="1" i="1" u="none" strike="noStrike" kern="0" cap="none" spc="0" normalizeH="0" baseline="0" noProof="0" smtClean="0">
                              <a:ln>
                                <a:noFill/>
                              </a:ln>
                              <a:solidFill>
                                <a:srgbClr val="000000"/>
                              </a:solidFill>
                              <a:effectLst/>
                              <a:uLnTx/>
                              <a:uFillTx/>
                              <a:latin typeface="Cambria Math" panose="02040503050406030204" pitchFamily="18" charset="0"/>
                              <a:cs typeface="Times New Roman" panose="02020603050405020304" pitchFamily="18" charset="0"/>
                            </a:rPr>
                            <m:t>u</m:t>
                          </m:r>
                        </m:oMath>
                      </m:oMathPara>
                    </a14:m>
                    <a:endParaRPr kumimoji="0" lang="en-US" altLang="zh-CN"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41" name="文本框 40">
                    <a:extLst>
                      <a:ext uri="{FF2B5EF4-FFF2-40B4-BE49-F238E27FC236}">
                        <a16:creationId xmlns:a16="http://schemas.microsoft.com/office/drawing/2014/main" id="{FC04B443-8A2D-D099-371F-E3FAAC94D7B6}"/>
                      </a:ext>
                    </a:extLst>
                  </p:cNvPr>
                  <p:cNvSpPr txBox="1">
                    <a:spLocks noRot="1" noChangeAspect="1" noMove="1" noResize="1" noEditPoints="1" noAdjustHandles="1" noChangeArrowheads="1" noChangeShapeType="1" noTextEdit="1"/>
                  </p:cNvSpPr>
                  <p:nvPr/>
                </p:nvSpPr>
                <p:spPr>
                  <a:xfrm>
                    <a:off x="2596449" y="4545968"/>
                    <a:ext cx="1243944" cy="298486"/>
                  </a:xfrm>
                  <a:prstGeom prst="rect">
                    <a:avLst/>
                  </a:prstGeom>
                  <a:blipFill>
                    <a:blip r:embed="rId5"/>
                    <a:stretch>
                      <a:fillRect/>
                    </a:stretch>
                  </a:blipFill>
                </p:spPr>
                <p:txBody>
                  <a:bodyPr/>
                  <a:lstStyle/>
                  <a:p>
                    <a:r>
                      <a:rPr lang="zh-CN" altLang="en-US">
                        <a:noFill/>
                      </a:rPr>
                      <a:t> </a:t>
                    </a:r>
                  </a:p>
                </p:txBody>
              </p:sp>
            </mc:Fallback>
          </mc:AlternateContent>
          <p:grpSp>
            <p:nvGrpSpPr>
              <p:cNvPr id="42" name="组合 41">
                <a:extLst>
                  <a:ext uri="{FF2B5EF4-FFF2-40B4-BE49-F238E27FC236}">
                    <a16:creationId xmlns:a16="http://schemas.microsoft.com/office/drawing/2014/main" id="{C1F2A6E0-0706-DB7A-80A1-A4BA8EFB827B}"/>
                  </a:ext>
                </a:extLst>
              </p:cNvPr>
              <p:cNvGrpSpPr/>
              <p:nvPr/>
            </p:nvGrpSpPr>
            <p:grpSpPr>
              <a:xfrm>
                <a:off x="3062184" y="3067957"/>
                <a:ext cx="2193916" cy="2285763"/>
                <a:chOff x="3062184" y="3067957"/>
                <a:chExt cx="2193916" cy="2285763"/>
              </a:xfrm>
            </p:grpSpPr>
            <p:sp>
              <p:nvSpPr>
                <p:cNvPr id="43" name="流程图: 接点 42">
                  <a:extLst>
                    <a:ext uri="{FF2B5EF4-FFF2-40B4-BE49-F238E27FC236}">
                      <a16:creationId xmlns:a16="http://schemas.microsoft.com/office/drawing/2014/main" id="{A3AF5669-FE47-7F82-C791-9C8045ED0436}"/>
                    </a:ext>
                  </a:extLst>
                </p:cNvPr>
                <p:cNvSpPr/>
                <p:nvPr/>
              </p:nvSpPr>
              <p:spPr>
                <a:xfrm>
                  <a:off x="3832047" y="3975234"/>
                  <a:ext cx="432000" cy="432000"/>
                </a:xfrm>
                <a:prstGeom prst="flowChartConnector">
                  <a:avLst/>
                </a:prstGeom>
                <a:noFill/>
                <a:ln w="19050" cap="flat" cmpd="sng" algn="ctr">
                  <a:solidFill>
                    <a:srgbClr val="000000"/>
                  </a:solid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cxnSp>
              <p:nvCxnSpPr>
                <p:cNvPr id="44" name="直接连接符 43">
                  <a:extLst>
                    <a:ext uri="{FF2B5EF4-FFF2-40B4-BE49-F238E27FC236}">
                      <a16:creationId xmlns:a16="http://schemas.microsoft.com/office/drawing/2014/main" id="{32258581-153F-3AA1-35FD-40B73BADBB7A}"/>
                    </a:ext>
                  </a:extLst>
                </p:cNvPr>
                <p:cNvCxnSpPr>
                  <a:cxnSpLocks/>
                </p:cNvCxnSpPr>
                <p:nvPr/>
              </p:nvCxnSpPr>
              <p:spPr>
                <a:xfrm>
                  <a:off x="3302171" y="4191234"/>
                  <a:ext cx="1953929" cy="0"/>
                </a:xfrm>
                <a:prstGeom prst="line">
                  <a:avLst/>
                </a:prstGeom>
                <a:noFill/>
                <a:ln w="19050" cap="flat" cmpd="sng" algn="ctr">
                  <a:solidFill>
                    <a:srgbClr val="000000"/>
                  </a:solidFill>
                  <a:prstDash val="solid"/>
                  <a:headEnd type="triangle"/>
                  <a:tailEnd type="triangle"/>
                </a:ln>
                <a:effectLst/>
              </p:spPr>
            </p:cxnSp>
            <p:sp>
              <p:nvSpPr>
                <p:cNvPr id="45" name="流程图: 接点 44">
                  <a:extLst>
                    <a:ext uri="{FF2B5EF4-FFF2-40B4-BE49-F238E27FC236}">
                      <a16:creationId xmlns:a16="http://schemas.microsoft.com/office/drawing/2014/main" id="{F861B3C8-BC07-5F6B-8F4B-24A0EBAA4F3B}"/>
                    </a:ext>
                  </a:extLst>
                </p:cNvPr>
                <p:cNvSpPr/>
                <p:nvPr/>
              </p:nvSpPr>
              <p:spPr>
                <a:xfrm>
                  <a:off x="3754783" y="3867234"/>
                  <a:ext cx="648000" cy="648000"/>
                </a:xfrm>
                <a:prstGeom prst="flowChartConnector">
                  <a:avLst/>
                </a:prstGeom>
                <a:noFill/>
                <a:ln w="19050" cap="flat" cmpd="sng" algn="ctr">
                  <a:solidFill>
                    <a:srgbClr val="000000"/>
                  </a:solid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46" name="流程图: 接点 45">
                  <a:extLst>
                    <a:ext uri="{FF2B5EF4-FFF2-40B4-BE49-F238E27FC236}">
                      <a16:creationId xmlns:a16="http://schemas.microsoft.com/office/drawing/2014/main" id="{BF1BABB3-2179-6679-EF5F-0EB796A4B0D7}"/>
                    </a:ext>
                  </a:extLst>
                </p:cNvPr>
                <p:cNvSpPr/>
                <p:nvPr/>
              </p:nvSpPr>
              <p:spPr>
                <a:xfrm>
                  <a:off x="3697939" y="3741234"/>
                  <a:ext cx="900000" cy="900000"/>
                </a:xfrm>
                <a:prstGeom prst="flowChartConnector">
                  <a:avLst/>
                </a:prstGeom>
                <a:noFill/>
                <a:ln w="19050" cap="flat" cmpd="sng" algn="ctr">
                  <a:solidFill>
                    <a:srgbClr val="000000"/>
                  </a:solid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47" name="流程图: 接点 46">
                  <a:extLst>
                    <a:ext uri="{FF2B5EF4-FFF2-40B4-BE49-F238E27FC236}">
                      <a16:creationId xmlns:a16="http://schemas.microsoft.com/office/drawing/2014/main" id="{D85F3FC4-549D-C20E-915A-8A0DA13BD69D}"/>
                    </a:ext>
                  </a:extLst>
                </p:cNvPr>
                <p:cNvSpPr/>
                <p:nvPr/>
              </p:nvSpPr>
              <p:spPr>
                <a:xfrm>
                  <a:off x="3566251" y="3471234"/>
                  <a:ext cx="1440000" cy="1440000"/>
                </a:xfrm>
                <a:prstGeom prst="flowChartConnector">
                  <a:avLst/>
                </a:prstGeom>
                <a:noFill/>
                <a:ln w="19050" cap="flat" cmpd="sng" algn="ctr">
                  <a:solidFill>
                    <a:srgbClr val="000000"/>
                  </a:solid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48" name="流程图: 接点 47">
                  <a:extLst>
                    <a:ext uri="{FF2B5EF4-FFF2-40B4-BE49-F238E27FC236}">
                      <a16:creationId xmlns:a16="http://schemas.microsoft.com/office/drawing/2014/main" id="{07E6A33A-04A3-AEDC-A59E-1854575D3C70}"/>
                    </a:ext>
                  </a:extLst>
                </p:cNvPr>
                <p:cNvSpPr/>
                <p:nvPr/>
              </p:nvSpPr>
              <p:spPr>
                <a:xfrm>
                  <a:off x="3623095" y="3597234"/>
                  <a:ext cx="1188000" cy="1188000"/>
                </a:xfrm>
                <a:prstGeom prst="flowChartConnector">
                  <a:avLst/>
                </a:prstGeom>
                <a:noFill/>
                <a:ln w="19050" cap="flat" cmpd="sng" algn="ctr">
                  <a:solidFill>
                    <a:srgbClr val="000000"/>
                  </a:solid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49" name="文本框 48">
                  <a:extLst>
                    <a:ext uri="{FF2B5EF4-FFF2-40B4-BE49-F238E27FC236}">
                      <a16:creationId xmlns:a16="http://schemas.microsoft.com/office/drawing/2014/main" id="{CCCD99EA-7728-3DE3-7BCE-D67D0721A5D1}"/>
                    </a:ext>
                  </a:extLst>
                </p:cNvPr>
                <p:cNvSpPr txBox="1"/>
                <p:nvPr/>
              </p:nvSpPr>
              <p:spPr>
                <a:xfrm>
                  <a:off x="4044296" y="5055234"/>
                  <a:ext cx="483909" cy="298486"/>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a:t>
                  </a:r>
                </a:p>
              </p:txBody>
            </p:sp>
            <p:sp>
              <p:nvSpPr>
                <p:cNvPr id="50" name="文本框 49">
                  <a:extLst>
                    <a:ext uri="{FF2B5EF4-FFF2-40B4-BE49-F238E27FC236}">
                      <a16:creationId xmlns:a16="http://schemas.microsoft.com/office/drawing/2014/main" id="{63430B66-DDAC-AFEE-51FC-EB657EC4C005}"/>
                    </a:ext>
                  </a:extLst>
                </p:cNvPr>
                <p:cNvSpPr txBox="1"/>
                <p:nvPr/>
              </p:nvSpPr>
              <p:spPr>
                <a:xfrm>
                  <a:off x="4034568" y="3067957"/>
                  <a:ext cx="629893" cy="298486"/>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缓流</a:t>
                  </a:r>
                  <a:endParaRPr kumimoji="0" lang="en-US" altLang="zh-CN"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51" name="直接箭头连接符 50">
                  <a:extLst>
                    <a:ext uri="{FF2B5EF4-FFF2-40B4-BE49-F238E27FC236}">
                      <a16:creationId xmlns:a16="http://schemas.microsoft.com/office/drawing/2014/main" id="{F5EDEDB5-A7D5-D3CE-1368-598B80EC2B07}"/>
                    </a:ext>
                  </a:extLst>
                </p:cNvPr>
                <p:cNvCxnSpPr>
                  <a:cxnSpLocks/>
                </p:cNvCxnSpPr>
                <p:nvPr/>
              </p:nvCxnSpPr>
              <p:spPr>
                <a:xfrm flipV="1">
                  <a:off x="3062184" y="4225563"/>
                  <a:ext cx="290911" cy="403468"/>
                </a:xfrm>
                <a:prstGeom prst="straightConnector1">
                  <a:avLst/>
                </a:prstGeom>
                <a:noFill/>
                <a:ln w="19050" cap="flat" cmpd="sng" algn="ctr">
                  <a:solidFill>
                    <a:srgbClr val="000000"/>
                  </a:solidFill>
                  <a:prstDash val="solid"/>
                  <a:tailEnd type="none"/>
                </a:ln>
                <a:effectLst/>
              </p:spPr>
            </p:cxnSp>
          </p:grpSp>
        </p:grpSp>
        <p:grpSp>
          <p:nvGrpSpPr>
            <p:cNvPr id="52" name="组合 51">
              <a:extLst>
                <a:ext uri="{FF2B5EF4-FFF2-40B4-BE49-F238E27FC236}">
                  <a16:creationId xmlns:a16="http://schemas.microsoft.com/office/drawing/2014/main" id="{D019CF55-20C1-C5AB-CA54-D2E6332AA2E2}"/>
                </a:ext>
              </a:extLst>
            </p:cNvPr>
            <p:cNvGrpSpPr/>
            <p:nvPr/>
          </p:nvGrpSpPr>
          <p:grpSpPr>
            <a:xfrm>
              <a:off x="3835148" y="1767529"/>
              <a:ext cx="2800020" cy="1987763"/>
              <a:chOff x="4913580" y="3067957"/>
              <a:chExt cx="3219792" cy="2285763"/>
            </a:xfrm>
          </p:grpSpPr>
          <p:sp>
            <p:nvSpPr>
              <p:cNvPr id="53" name="流程图: 接点 52">
                <a:extLst>
                  <a:ext uri="{FF2B5EF4-FFF2-40B4-BE49-F238E27FC236}">
                    <a16:creationId xmlns:a16="http://schemas.microsoft.com/office/drawing/2014/main" id="{F079011A-67AA-2419-64A3-63116C495635}"/>
                  </a:ext>
                </a:extLst>
              </p:cNvPr>
              <p:cNvSpPr/>
              <p:nvPr/>
            </p:nvSpPr>
            <p:spPr>
              <a:xfrm>
                <a:off x="5836124" y="3975234"/>
                <a:ext cx="432000" cy="432000"/>
              </a:xfrm>
              <a:prstGeom prst="flowChartConnector">
                <a:avLst/>
              </a:prstGeom>
              <a:noFill/>
              <a:ln w="19050" cap="flat" cmpd="sng" algn="ctr">
                <a:solidFill>
                  <a:srgbClr val="000000"/>
                </a:solid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cxnSp>
            <p:nvCxnSpPr>
              <p:cNvPr id="54" name="直接连接符 53">
                <a:extLst>
                  <a:ext uri="{FF2B5EF4-FFF2-40B4-BE49-F238E27FC236}">
                    <a16:creationId xmlns:a16="http://schemas.microsoft.com/office/drawing/2014/main" id="{606C7024-8684-22E6-D8DC-8B0E75DC7DCD}"/>
                  </a:ext>
                </a:extLst>
              </p:cNvPr>
              <p:cNvCxnSpPr>
                <a:cxnSpLocks/>
              </p:cNvCxnSpPr>
              <p:nvPr/>
            </p:nvCxnSpPr>
            <p:spPr>
              <a:xfrm>
                <a:off x="5558608" y="4191234"/>
                <a:ext cx="1953929" cy="0"/>
              </a:xfrm>
              <a:prstGeom prst="line">
                <a:avLst/>
              </a:prstGeom>
              <a:noFill/>
              <a:ln w="19050" cap="flat" cmpd="sng" algn="ctr">
                <a:solidFill>
                  <a:srgbClr val="000000"/>
                </a:solidFill>
                <a:prstDash val="solid"/>
                <a:headEnd type="triangle"/>
                <a:tailEnd type="triangle"/>
              </a:ln>
              <a:effectLst/>
            </p:spPr>
          </p:cxnSp>
          <p:sp>
            <p:nvSpPr>
              <p:cNvPr id="55" name="流程图: 接点 54">
                <a:extLst>
                  <a:ext uri="{FF2B5EF4-FFF2-40B4-BE49-F238E27FC236}">
                    <a16:creationId xmlns:a16="http://schemas.microsoft.com/office/drawing/2014/main" id="{8AE0554F-1716-F496-F325-A1A0D1D32868}"/>
                  </a:ext>
                </a:extLst>
              </p:cNvPr>
              <p:cNvSpPr/>
              <p:nvPr/>
            </p:nvSpPr>
            <p:spPr>
              <a:xfrm>
                <a:off x="5825729" y="3867234"/>
                <a:ext cx="648000" cy="648000"/>
              </a:xfrm>
              <a:prstGeom prst="flowChartConnector">
                <a:avLst/>
              </a:prstGeom>
              <a:noFill/>
              <a:ln w="19050" cap="flat" cmpd="sng" algn="ctr">
                <a:solidFill>
                  <a:srgbClr val="000000"/>
                </a:solid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56" name="流程图: 接点 55">
                <a:extLst>
                  <a:ext uri="{FF2B5EF4-FFF2-40B4-BE49-F238E27FC236}">
                    <a16:creationId xmlns:a16="http://schemas.microsoft.com/office/drawing/2014/main" id="{7ACE038E-482F-AB5F-7A2A-EEDC3F90129C}"/>
                  </a:ext>
                </a:extLst>
              </p:cNvPr>
              <p:cNvSpPr/>
              <p:nvPr/>
            </p:nvSpPr>
            <p:spPr>
              <a:xfrm>
                <a:off x="5812743" y="3741234"/>
                <a:ext cx="900000" cy="900000"/>
              </a:xfrm>
              <a:prstGeom prst="flowChartConnector">
                <a:avLst/>
              </a:prstGeom>
              <a:noFill/>
              <a:ln w="19050" cap="flat" cmpd="sng" algn="ctr">
                <a:solidFill>
                  <a:srgbClr val="000000"/>
                </a:solid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57" name="流程图: 接点 56">
                <a:extLst>
                  <a:ext uri="{FF2B5EF4-FFF2-40B4-BE49-F238E27FC236}">
                    <a16:creationId xmlns:a16="http://schemas.microsoft.com/office/drawing/2014/main" id="{0C4E4C10-645D-D283-C9B8-EE0B9CD491FB}"/>
                  </a:ext>
                </a:extLst>
              </p:cNvPr>
              <p:cNvSpPr/>
              <p:nvPr/>
            </p:nvSpPr>
            <p:spPr>
              <a:xfrm>
                <a:off x="5815004" y="3471234"/>
                <a:ext cx="1440000" cy="1440000"/>
              </a:xfrm>
              <a:prstGeom prst="flowChartConnector">
                <a:avLst/>
              </a:prstGeom>
              <a:noFill/>
              <a:ln w="19050" cap="flat" cmpd="sng" algn="ctr">
                <a:solidFill>
                  <a:srgbClr val="000000"/>
                </a:solid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58" name="流程图: 接点 57">
                <a:extLst>
                  <a:ext uri="{FF2B5EF4-FFF2-40B4-BE49-F238E27FC236}">
                    <a16:creationId xmlns:a16="http://schemas.microsoft.com/office/drawing/2014/main" id="{037B12F2-31EF-F8CE-1751-9D569A867591}"/>
                  </a:ext>
                </a:extLst>
              </p:cNvPr>
              <p:cNvSpPr/>
              <p:nvPr/>
            </p:nvSpPr>
            <p:spPr>
              <a:xfrm>
                <a:off x="5827990" y="3597234"/>
                <a:ext cx="1188000" cy="1188000"/>
              </a:xfrm>
              <a:prstGeom prst="flowChartConnector">
                <a:avLst/>
              </a:prstGeom>
              <a:noFill/>
              <a:ln w="19050" cap="flat" cmpd="sng" algn="ctr">
                <a:solidFill>
                  <a:srgbClr val="000000"/>
                </a:solid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59" name="文本框 58">
                <a:extLst>
                  <a:ext uri="{FF2B5EF4-FFF2-40B4-BE49-F238E27FC236}">
                    <a16:creationId xmlns:a16="http://schemas.microsoft.com/office/drawing/2014/main" id="{2CF8E48A-20BA-E664-0C70-11805982CAD1}"/>
                  </a:ext>
                </a:extLst>
              </p:cNvPr>
              <p:cNvSpPr txBox="1"/>
              <p:nvPr/>
            </p:nvSpPr>
            <p:spPr>
              <a:xfrm>
                <a:off x="6293049" y="5055234"/>
                <a:ext cx="483909" cy="298486"/>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a:t>
                </a:r>
              </a:p>
            </p:txBody>
          </p:sp>
          <p:sp>
            <p:nvSpPr>
              <p:cNvPr id="60" name="文本框 59">
                <a:extLst>
                  <a:ext uri="{FF2B5EF4-FFF2-40B4-BE49-F238E27FC236}">
                    <a16:creationId xmlns:a16="http://schemas.microsoft.com/office/drawing/2014/main" id="{5AC963C7-CFC8-6AB1-8781-EEB65D6150D5}"/>
                  </a:ext>
                </a:extLst>
              </p:cNvPr>
              <p:cNvSpPr txBox="1"/>
              <p:nvPr/>
            </p:nvSpPr>
            <p:spPr>
              <a:xfrm>
                <a:off x="7317164" y="3775179"/>
                <a:ext cx="241994" cy="298486"/>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a:t>
                </a:r>
              </a:p>
            </p:txBody>
          </p:sp>
          <p:sp>
            <p:nvSpPr>
              <p:cNvPr id="61" name="文本框 60">
                <a:extLst>
                  <a:ext uri="{FF2B5EF4-FFF2-40B4-BE49-F238E27FC236}">
                    <a16:creationId xmlns:a16="http://schemas.microsoft.com/office/drawing/2014/main" id="{CF62238F-A5FC-9643-133A-8D355320DE19}"/>
                  </a:ext>
                </a:extLst>
              </p:cNvPr>
              <p:cNvSpPr txBox="1"/>
              <p:nvPr/>
            </p:nvSpPr>
            <p:spPr>
              <a:xfrm>
                <a:off x="5465010" y="3791124"/>
                <a:ext cx="241994" cy="298486"/>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a:t>
                </a:r>
              </a:p>
            </p:txBody>
          </p:sp>
          <p:sp>
            <p:nvSpPr>
              <p:cNvPr id="62" name="文本框 61">
                <a:extLst>
                  <a:ext uri="{FF2B5EF4-FFF2-40B4-BE49-F238E27FC236}">
                    <a16:creationId xmlns:a16="http://schemas.microsoft.com/office/drawing/2014/main" id="{46152B0E-7043-0BC4-49CA-0536B2BE4471}"/>
                  </a:ext>
                </a:extLst>
              </p:cNvPr>
              <p:cNvSpPr txBox="1"/>
              <p:nvPr/>
            </p:nvSpPr>
            <p:spPr>
              <a:xfrm>
                <a:off x="6098905" y="3067957"/>
                <a:ext cx="840669" cy="298486"/>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临界水</a:t>
                </a:r>
                <a:endParaRPr kumimoji="0" lang="en-US" altLang="zh-CN"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75951B2D-D886-A797-A866-DDE9232D3619}"/>
                      </a:ext>
                    </a:extLst>
                  </p:cNvPr>
                  <p:cNvSpPr txBox="1"/>
                  <p:nvPr/>
                </p:nvSpPr>
                <p:spPr>
                  <a:xfrm>
                    <a:off x="4913580" y="4515234"/>
                    <a:ext cx="1243944" cy="298486"/>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400" b="0" i="1" u="none" strike="noStrike" kern="0" cap="none" spc="0" normalizeH="0" baseline="0" noProof="0" smtClean="0">
                              <a:ln>
                                <a:noFill/>
                              </a:ln>
                              <a:solidFill>
                                <a:srgbClr val="000000"/>
                              </a:solidFill>
                              <a:effectLst/>
                              <a:uLnTx/>
                              <a:uFillTx/>
                              <a:latin typeface="Cambria Math" panose="02040503050406030204" pitchFamily="18" charset="0"/>
                              <a:cs typeface="Times New Roman" panose="02020603050405020304" pitchFamily="18" charset="0"/>
                            </a:rPr>
                            <m:t>𝐶</m:t>
                          </m:r>
                          <m:r>
                            <a:rPr kumimoji="0" lang="en-US" altLang="zh-CN" sz="1400" b="0" i="1" u="none" strike="noStrike" kern="0" cap="none" spc="0" normalizeH="0" baseline="0" noProof="0" smtClean="0">
                              <a:ln>
                                <a:noFill/>
                              </a:ln>
                              <a:solidFill>
                                <a:srgbClr val="000000"/>
                              </a:solidFill>
                              <a:effectLst/>
                              <a:uLnTx/>
                              <a:uFillTx/>
                              <a:latin typeface="Cambria Math" panose="02040503050406030204" pitchFamily="18" charset="0"/>
                              <a:cs typeface="Times New Roman" panose="02020603050405020304" pitchFamily="18" charset="0"/>
                            </a:rPr>
                            <m:t>=0</m:t>
                          </m:r>
                        </m:oMath>
                      </m:oMathPara>
                    </a14:m>
                    <a:endParaRPr kumimoji="0" lang="en-US" altLang="zh-CN"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63" name="文本框 62">
                    <a:extLst>
                      <a:ext uri="{FF2B5EF4-FFF2-40B4-BE49-F238E27FC236}">
                        <a16:creationId xmlns:a16="http://schemas.microsoft.com/office/drawing/2014/main" id="{75951B2D-D886-A797-A866-DDE9232D3619}"/>
                      </a:ext>
                    </a:extLst>
                  </p:cNvPr>
                  <p:cNvSpPr txBox="1">
                    <a:spLocks noRot="1" noChangeAspect="1" noMove="1" noResize="1" noEditPoints="1" noAdjustHandles="1" noChangeArrowheads="1" noChangeShapeType="1" noTextEdit="1"/>
                  </p:cNvSpPr>
                  <p:nvPr/>
                </p:nvSpPr>
                <p:spPr>
                  <a:xfrm>
                    <a:off x="4913580" y="4515234"/>
                    <a:ext cx="1243944" cy="298486"/>
                  </a:xfrm>
                  <a:prstGeom prst="rect">
                    <a:avLst/>
                  </a:prstGeom>
                  <a:blipFill>
                    <a:blip r:embed="rId6"/>
                    <a:stretch>
                      <a:fillRect/>
                    </a:stretch>
                  </a:blipFill>
                </p:spPr>
                <p:txBody>
                  <a:bodyPr/>
                  <a:lstStyle/>
                  <a:p>
                    <a:r>
                      <a:rPr lang="zh-CN" altLang="en-US">
                        <a:noFill/>
                      </a:rPr>
                      <a:t> </a:t>
                    </a:r>
                  </a:p>
                </p:txBody>
              </p:sp>
            </mc:Fallback>
          </mc:AlternateContent>
          <p:cxnSp>
            <p:nvCxnSpPr>
              <p:cNvPr id="64" name="直接箭头连接符 63">
                <a:extLst>
                  <a:ext uri="{FF2B5EF4-FFF2-40B4-BE49-F238E27FC236}">
                    <a16:creationId xmlns:a16="http://schemas.microsoft.com/office/drawing/2014/main" id="{4A7C2E88-71C4-B221-EFEB-651F1879395D}"/>
                  </a:ext>
                </a:extLst>
              </p:cNvPr>
              <p:cNvCxnSpPr>
                <a:cxnSpLocks/>
                <a:endCxn id="65" idx="0"/>
              </p:cNvCxnSpPr>
              <p:nvPr/>
            </p:nvCxnSpPr>
            <p:spPr>
              <a:xfrm>
                <a:off x="7308484" y="4207659"/>
                <a:ext cx="202917" cy="372994"/>
              </a:xfrm>
              <a:prstGeom prst="straightConnector1">
                <a:avLst/>
              </a:prstGeom>
              <a:noFill/>
              <a:ln w="19050" cap="flat" cmpd="sng" algn="ctr">
                <a:solidFill>
                  <a:srgbClr val="000000"/>
                </a:solidFill>
                <a:prstDash val="solid"/>
                <a:tailEnd type="none"/>
              </a:ln>
              <a:effectLst/>
            </p:spPr>
          </p:cxnSp>
          <mc:AlternateContent xmlns:mc="http://schemas.openxmlformats.org/markup-compatibility/2006" xmlns:a14="http://schemas.microsoft.com/office/drawing/2010/main">
            <mc:Choice Requires="a14">
              <p:sp>
                <p:nvSpPr>
                  <p:cNvPr id="65" name="文本框 64">
                    <a:extLst>
                      <a:ext uri="{FF2B5EF4-FFF2-40B4-BE49-F238E27FC236}">
                        <a16:creationId xmlns:a16="http://schemas.microsoft.com/office/drawing/2014/main" id="{304A8E20-A21A-F697-B28B-2021B310C8D6}"/>
                      </a:ext>
                    </a:extLst>
                  </p:cNvPr>
                  <p:cNvSpPr txBox="1"/>
                  <p:nvPr/>
                </p:nvSpPr>
                <p:spPr>
                  <a:xfrm>
                    <a:off x="6889428" y="4580653"/>
                    <a:ext cx="1243944" cy="298486"/>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400" b="0" i="1" u="none" strike="noStrike" kern="0" cap="none" spc="0" normalizeH="0" baseline="0" noProof="0" smtClean="0">
                              <a:ln>
                                <a:noFill/>
                              </a:ln>
                              <a:solidFill>
                                <a:srgbClr val="000000"/>
                              </a:solidFill>
                              <a:effectLst/>
                              <a:uLnTx/>
                              <a:uFillTx/>
                              <a:latin typeface="Cambria Math" panose="02040503050406030204" pitchFamily="18" charset="0"/>
                              <a:cs typeface="Times New Roman" panose="02020603050405020304" pitchFamily="18" charset="0"/>
                            </a:rPr>
                            <m:t>𝐶</m:t>
                          </m:r>
                          <m:r>
                            <a:rPr kumimoji="0" lang="en-US" altLang="zh-CN" sz="1400" b="0" i="1" u="none" strike="noStrike" kern="0" cap="none" spc="0" normalizeH="0" baseline="0" noProof="0" smtClean="0">
                              <a:ln>
                                <a:noFill/>
                              </a:ln>
                              <a:solidFill>
                                <a:srgbClr val="000000"/>
                              </a:solidFill>
                              <a:effectLst/>
                              <a:uLnTx/>
                              <a:uFillTx/>
                              <a:latin typeface="Cambria Math" panose="02040503050406030204" pitchFamily="18" charset="0"/>
                              <a:cs typeface="Times New Roman" panose="02020603050405020304" pitchFamily="18" charset="0"/>
                            </a:rPr>
                            <m:t>=2</m:t>
                          </m:r>
                          <m:r>
                            <m:rPr>
                              <m:sty m:val="p"/>
                            </m:rPr>
                            <a:rPr kumimoji="0" lang="en-US" altLang="zh-CN" sz="1400" b="1" i="1" u="none" strike="noStrike" kern="0" cap="none" spc="0" normalizeH="0" baseline="0" noProof="0" smtClean="0">
                              <a:ln>
                                <a:noFill/>
                              </a:ln>
                              <a:solidFill>
                                <a:srgbClr val="000000"/>
                              </a:solidFill>
                              <a:effectLst/>
                              <a:uLnTx/>
                              <a:uFillTx/>
                              <a:latin typeface="Cambria Math" panose="02040503050406030204" pitchFamily="18" charset="0"/>
                              <a:cs typeface="Times New Roman" panose="02020603050405020304" pitchFamily="18" charset="0"/>
                            </a:rPr>
                            <m:t>c</m:t>
                          </m:r>
                        </m:oMath>
                      </m:oMathPara>
                    </a14:m>
                    <a:endParaRPr kumimoji="0" lang="en-US" altLang="zh-CN"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65" name="文本框 64">
                    <a:extLst>
                      <a:ext uri="{FF2B5EF4-FFF2-40B4-BE49-F238E27FC236}">
                        <a16:creationId xmlns:a16="http://schemas.microsoft.com/office/drawing/2014/main" id="{304A8E20-A21A-F697-B28B-2021B310C8D6}"/>
                      </a:ext>
                    </a:extLst>
                  </p:cNvPr>
                  <p:cNvSpPr txBox="1">
                    <a:spLocks noRot="1" noChangeAspect="1" noMove="1" noResize="1" noEditPoints="1" noAdjustHandles="1" noChangeArrowheads="1" noChangeShapeType="1" noTextEdit="1"/>
                  </p:cNvSpPr>
                  <p:nvPr/>
                </p:nvSpPr>
                <p:spPr>
                  <a:xfrm>
                    <a:off x="6889428" y="4580653"/>
                    <a:ext cx="1243944" cy="298486"/>
                  </a:xfrm>
                  <a:prstGeom prst="rect">
                    <a:avLst/>
                  </a:prstGeom>
                  <a:blipFill>
                    <a:blip r:embed="rId7"/>
                    <a:stretch>
                      <a:fillRect/>
                    </a:stretch>
                  </a:blipFill>
                </p:spPr>
                <p:txBody>
                  <a:bodyPr/>
                  <a:lstStyle/>
                  <a:p>
                    <a:r>
                      <a:rPr lang="zh-CN" altLang="en-US">
                        <a:noFill/>
                      </a:rPr>
                      <a:t> </a:t>
                    </a:r>
                  </a:p>
                </p:txBody>
              </p:sp>
            </mc:Fallback>
          </mc:AlternateContent>
        </p:grpSp>
        <p:grpSp>
          <p:nvGrpSpPr>
            <p:cNvPr id="66" name="组合 65">
              <a:extLst>
                <a:ext uri="{FF2B5EF4-FFF2-40B4-BE49-F238E27FC236}">
                  <a16:creationId xmlns:a16="http://schemas.microsoft.com/office/drawing/2014/main" id="{1F767901-324B-DDFA-BBE7-1A137EB6D8EA}"/>
                </a:ext>
              </a:extLst>
            </p:cNvPr>
            <p:cNvGrpSpPr/>
            <p:nvPr/>
          </p:nvGrpSpPr>
          <p:grpSpPr>
            <a:xfrm>
              <a:off x="6489723" y="1676168"/>
              <a:ext cx="1922896" cy="2101310"/>
              <a:chOff x="8097436" y="2962901"/>
              <a:chExt cx="2211171" cy="2416333"/>
            </a:xfrm>
          </p:grpSpPr>
          <p:sp>
            <p:nvSpPr>
              <p:cNvPr id="67" name="流程图: 接点 66">
                <a:extLst>
                  <a:ext uri="{FF2B5EF4-FFF2-40B4-BE49-F238E27FC236}">
                    <a16:creationId xmlns:a16="http://schemas.microsoft.com/office/drawing/2014/main" id="{4D78C04B-72DE-D98D-B454-89A509D129E8}"/>
                  </a:ext>
                </a:extLst>
              </p:cNvPr>
              <p:cNvSpPr/>
              <p:nvPr/>
            </p:nvSpPr>
            <p:spPr>
              <a:xfrm>
                <a:off x="8394450" y="3975234"/>
                <a:ext cx="432000" cy="432000"/>
              </a:xfrm>
              <a:prstGeom prst="flowChartConnector">
                <a:avLst/>
              </a:prstGeom>
              <a:noFill/>
              <a:ln w="19050" cap="flat" cmpd="sng" algn="ctr">
                <a:solidFill>
                  <a:srgbClr val="000000"/>
                </a:solid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cxnSp>
            <p:nvCxnSpPr>
              <p:cNvPr id="68" name="直接连接符 67">
                <a:extLst>
                  <a:ext uri="{FF2B5EF4-FFF2-40B4-BE49-F238E27FC236}">
                    <a16:creationId xmlns:a16="http://schemas.microsoft.com/office/drawing/2014/main" id="{494E19C6-48C4-4F82-BC0D-A94F394D28AB}"/>
                  </a:ext>
                </a:extLst>
              </p:cNvPr>
              <p:cNvCxnSpPr>
                <a:cxnSpLocks/>
              </p:cNvCxnSpPr>
              <p:nvPr/>
            </p:nvCxnSpPr>
            <p:spPr>
              <a:xfrm>
                <a:off x="9034888" y="4191234"/>
                <a:ext cx="1016424" cy="0"/>
              </a:xfrm>
              <a:prstGeom prst="line">
                <a:avLst/>
              </a:prstGeom>
              <a:noFill/>
              <a:ln w="19050" cap="flat" cmpd="sng" algn="ctr">
                <a:solidFill>
                  <a:srgbClr val="000000"/>
                </a:solidFill>
                <a:prstDash val="solid"/>
                <a:headEnd type="none"/>
                <a:tailEnd type="triangle"/>
              </a:ln>
              <a:effectLst/>
            </p:spPr>
          </p:cxnSp>
          <p:sp>
            <p:nvSpPr>
              <p:cNvPr id="69" name="流程图: 接点 68">
                <a:extLst>
                  <a:ext uri="{FF2B5EF4-FFF2-40B4-BE49-F238E27FC236}">
                    <a16:creationId xmlns:a16="http://schemas.microsoft.com/office/drawing/2014/main" id="{A1AFFB10-3D12-D79D-9CD3-11361F243530}"/>
                  </a:ext>
                </a:extLst>
              </p:cNvPr>
              <p:cNvSpPr/>
              <p:nvPr/>
            </p:nvSpPr>
            <p:spPr>
              <a:xfrm>
                <a:off x="8463010" y="3867234"/>
                <a:ext cx="648000" cy="648000"/>
              </a:xfrm>
              <a:prstGeom prst="flowChartConnector">
                <a:avLst/>
              </a:prstGeom>
              <a:noFill/>
              <a:ln w="19050" cap="flat" cmpd="sng" algn="ctr">
                <a:solidFill>
                  <a:srgbClr val="000000"/>
                </a:solid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70" name="流程图: 接点 69">
                <a:extLst>
                  <a:ext uri="{FF2B5EF4-FFF2-40B4-BE49-F238E27FC236}">
                    <a16:creationId xmlns:a16="http://schemas.microsoft.com/office/drawing/2014/main" id="{0A60014E-904F-1CAA-19A4-389D90BE4B7A}"/>
                  </a:ext>
                </a:extLst>
              </p:cNvPr>
              <p:cNvSpPr/>
              <p:nvPr/>
            </p:nvSpPr>
            <p:spPr>
              <a:xfrm>
                <a:off x="8590628" y="3741234"/>
                <a:ext cx="900000" cy="900000"/>
              </a:xfrm>
              <a:prstGeom prst="flowChartConnector">
                <a:avLst/>
              </a:prstGeom>
              <a:noFill/>
              <a:ln w="19050" cap="flat" cmpd="sng" algn="ctr">
                <a:solidFill>
                  <a:srgbClr val="000000"/>
                </a:solid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71" name="流程图: 接点 70">
                <a:extLst>
                  <a:ext uri="{FF2B5EF4-FFF2-40B4-BE49-F238E27FC236}">
                    <a16:creationId xmlns:a16="http://schemas.microsoft.com/office/drawing/2014/main" id="{3EB836D8-0B45-ADB0-8FB3-C03EA96D5302}"/>
                  </a:ext>
                </a:extLst>
              </p:cNvPr>
              <p:cNvSpPr/>
              <p:nvPr/>
            </p:nvSpPr>
            <p:spPr>
              <a:xfrm>
                <a:off x="8868607" y="3471234"/>
                <a:ext cx="1440000" cy="1440000"/>
              </a:xfrm>
              <a:prstGeom prst="flowChartConnector">
                <a:avLst/>
              </a:prstGeom>
              <a:noFill/>
              <a:ln w="19050" cap="flat" cmpd="sng" algn="ctr">
                <a:solidFill>
                  <a:srgbClr val="000000"/>
                </a:solid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72" name="流程图: 接点 71">
                <a:extLst>
                  <a:ext uri="{FF2B5EF4-FFF2-40B4-BE49-F238E27FC236}">
                    <a16:creationId xmlns:a16="http://schemas.microsoft.com/office/drawing/2014/main" id="{F4A66876-8BCB-6C02-7DD3-DB07E5E56CB7}"/>
                  </a:ext>
                </a:extLst>
              </p:cNvPr>
              <p:cNvSpPr/>
              <p:nvPr/>
            </p:nvSpPr>
            <p:spPr>
              <a:xfrm>
                <a:off x="8753256" y="3581289"/>
                <a:ext cx="1188000" cy="1188000"/>
              </a:xfrm>
              <a:prstGeom prst="flowChartConnector">
                <a:avLst/>
              </a:prstGeom>
              <a:noFill/>
              <a:ln w="19050" cap="flat" cmpd="sng" algn="ctr">
                <a:solidFill>
                  <a:srgbClr val="000000"/>
                </a:solid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73" name="文本框 72">
                <a:extLst>
                  <a:ext uri="{FF2B5EF4-FFF2-40B4-BE49-F238E27FC236}">
                    <a16:creationId xmlns:a16="http://schemas.microsoft.com/office/drawing/2014/main" id="{21005BF1-4B1D-7CDA-36A7-B10DC5F1B1BD}"/>
                  </a:ext>
                </a:extLst>
              </p:cNvPr>
              <p:cNvSpPr txBox="1"/>
              <p:nvPr/>
            </p:nvSpPr>
            <p:spPr>
              <a:xfrm>
                <a:off x="8831824" y="5055234"/>
                <a:ext cx="483909" cy="298486"/>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a:t>
                </a:r>
              </a:p>
            </p:txBody>
          </p:sp>
          <p:sp>
            <p:nvSpPr>
              <p:cNvPr id="74" name="文本框 73">
                <a:extLst>
                  <a:ext uri="{FF2B5EF4-FFF2-40B4-BE49-F238E27FC236}">
                    <a16:creationId xmlns:a16="http://schemas.microsoft.com/office/drawing/2014/main" id="{B7A24646-3242-2B75-DC71-A0D8DFFA7ECD}"/>
                  </a:ext>
                </a:extLst>
              </p:cNvPr>
              <p:cNvSpPr txBox="1"/>
              <p:nvPr/>
            </p:nvSpPr>
            <p:spPr>
              <a:xfrm>
                <a:off x="9855939" y="3775179"/>
                <a:ext cx="241994" cy="298487"/>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a:t>
                </a:r>
              </a:p>
            </p:txBody>
          </p:sp>
          <p:sp>
            <p:nvSpPr>
              <p:cNvPr id="75" name="文本框 74">
                <a:extLst>
                  <a:ext uri="{FF2B5EF4-FFF2-40B4-BE49-F238E27FC236}">
                    <a16:creationId xmlns:a16="http://schemas.microsoft.com/office/drawing/2014/main" id="{C689B839-CEBA-7695-765A-9C610FB8919A}"/>
                  </a:ext>
                </a:extLst>
              </p:cNvPr>
              <p:cNvSpPr txBox="1"/>
              <p:nvPr/>
            </p:nvSpPr>
            <p:spPr>
              <a:xfrm>
                <a:off x="8639215" y="3067957"/>
                <a:ext cx="629893" cy="298487"/>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急流</a:t>
                </a:r>
                <a:endParaRPr kumimoji="0" lang="en-US" altLang="zh-CN"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76" name="直接连接符 75">
                <a:extLst>
                  <a:ext uri="{FF2B5EF4-FFF2-40B4-BE49-F238E27FC236}">
                    <a16:creationId xmlns:a16="http://schemas.microsoft.com/office/drawing/2014/main" id="{F7E34E92-C900-1250-42FA-08EAAA862855}"/>
                  </a:ext>
                </a:extLst>
              </p:cNvPr>
              <p:cNvCxnSpPr>
                <a:cxnSpLocks/>
              </p:cNvCxnSpPr>
              <p:nvPr/>
            </p:nvCxnSpPr>
            <p:spPr>
              <a:xfrm flipV="1">
                <a:off x="8097436" y="4191234"/>
                <a:ext cx="983608" cy="16424"/>
              </a:xfrm>
              <a:prstGeom prst="line">
                <a:avLst/>
              </a:prstGeom>
              <a:noFill/>
              <a:ln w="19050" cap="flat" cmpd="sng" algn="ctr">
                <a:solidFill>
                  <a:srgbClr val="000000"/>
                </a:solidFill>
                <a:prstDash val="solid"/>
                <a:headEnd type="triangle"/>
                <a:tailEnd type="triangle"/>
              </a:ln>
              <a:effectLst/>
            </p:spPr>
          </p:cxnSp>
          <p:cxnSp>
            <p:nvCxnSpPr>
              <p:cNvPr id="77" name="直接箭头连接符 76">
                <a:extLst>
                  <a:ext uri="{FF2B5EF4-FFF2-40B4-BE49-F238E27FC236}">
                    <a16:creationId xmlns:a16="http://schemas.microsoft.com/office/drawing/2014/main" id="{425BB86B-3255-4DF4-E3EA-4EBBCD5CB850}"/>
                  </a:ext>
                </a:extLst>
              </p:cNvPr>
              <p:cNvCxnSpPr>
                <a:cxnSpLocks/>
              </p:cNvCxnSpPr>
              <p:nvPr/>
            </p:nvCxnSpPr>
            <p:spPr>
              <a:xfrm>
                <a:off x="8120617" y="4207180"/>
                <a:ext cx="2136234" cy="1172054"/>
              </a:xfrm>
              <a:prstGeom prst="straightConnector1">
                <a:avLst/>
              </a:prstGeom>
              <a:noFill/>
              <a:ln w="19050" cap="flat" cmpd="sng" algn="ctr">
                <a:solidFill>
                  <a:srgbClr val="000000"/>
                </a:solidFill>
                <a:prstDash val="lgDash"/>
                <a:tailEnd type="none"/>
              </a:ln>
              <a:effectLst/>
            </p:spPr>
          </p:cxnSp>
          <p:cxnSp>
            <p:nvCxnSpPr>
              <p:cNvPr id="78" name="直接箭头连接符 77">
                <a:extLst>
                  <a:ext uri="{FF2B5EF4-FFF2-40B4-BE49-F238E27FC236}">
                    <a16:creationId xmlns:a16="http://schemas.microsoft.com/office/drawing/2014/main" id="{3B46F3A7-94AC-D3E7-BB33-A32F9D621EC9}"/>
                  </a:ext>
                </a:extLst>
              </p:cNvPr>
              <p:cNvCxnSpPr>
                <a:cxnSpLocks/>
              </p:cNvCxnSpPr>
              <p:nvPr/>
            </p:nvCxnSpPr>
            <p:spPr>
              <a:xfrm flipV="1">
                <a:off x="8119477" y="2962901"/>
                <a:ext cx="2121161" cy="1240737"/>
              </a:xfrm>
              <a:prstGeom prst="straightConnector1">
                <a:avLst/>
              </a:prstGeom>
              <a:noFill/>
              <a:ln w="19050" cap="flat" cmpd="sng" algn="ctr">
                <a:solidFill>
                  <a:srgbClr val="000000"/>
                </a:solidFill>
                <a:prstDash val="lgDash"/>
                <a:tailEnd type="none"/>
              </a:ln>
              <a:effectLst/>
            </p:spPr>
          </p:cxnSp>
          <mc:AlternateContent xmlns:mc="http://schemas.openxmlformats.org/markup-compatibility/2006" xmlns:a14="http://schemas.microsoft.com/office/drawing/2010/main">
            <mc:Choice Requires="a14">
              <p:sp>
                <p:nvSpPr>
                  <p:cNvPr id="79" name="文本框 78">
                    <a:extLst>
                      <a:ext uri="{FF2B5EF4-FFF2-40B4-BE49-F238E27FC236}">
                        <a16:creationId xmlns:a16="http://schemas.microsoft.com/office/drawing/2014/main" id="{0233EBA6-6397-5D68-CA30-D4338517F5FF}"/>
                      </a:ext>
                    </a:extLst>
                  </p:cNvPr>
                  <p:cNvSpPr txBox="1"/>
                  <p:nvPr/>
                </p:nvSpPr>
                <p:spPr>
                  <a:xfrm>
                    <a:off x="8855059" y="4338200"/>
                    <a:ext cx="1239422" cy="298487"/>
                  </a:xfrm>
                  <a:prstGeom prst="rect">
                    <a:avLst/>
                  </a:prstGeom>
                  <a:solidFill>
                    <a:srgbClr val="FFFFFF"/>
                  </a:solid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400" b="0" i="1" u="none" strike="noStrike" kern="0" cap="none" spc="0" normalizeH="0" baseline="0" noProof="0" smtClean="0">
                              <a:ln>
                                <a:noFill/>
                              </a:ln>
                              <a:solidFill>
                                <a:srgbClr val="000000"/>
                              </a:solidFill>
                              <a:effectLst/>
                              <a:uLnTx/>
                              <a:uFillTx/>
                              <a:latin typeface="Cambria Math" panose="02040503050406030204" pitchFamily="18" charset="0"/>
                              <a:cs typeface="Times New Roman" panose="02020603050405020304" pitchFamily="18" charset="0"/>
                            </a:rPr>
                            <m:t>𝐶</m:t>
                          </m:r>
                          <m:r>
                            <a:rPr kumimoji="0" lang="en-US" altLang="zh-CN" sz="1400" b="0" i="1" u="none" strike="noStrike" kern="0" cap="none" spc="0" normalizeH="0" baseline="0" noProof="0" smtClean="0">
                              <a:ln>
                                <a:noFill/>
                              </a:ln>
                              <a:solidFill>
                                <a:srgbClr val="000000"/>
                              </a:solidFill>
                              <a:effectLst/>
                              <a:uLnTx/>
                              <a:uFillTx/>
                              <a:latin typeface="Cambria Math" panose="02040503050406030204" pitchFamily="18" charset="0"/>
                              <a:cs typeface="Times New Roman" panose="02020603050405020304" pitchFamily="18" charset="0"/>
                            </a:rPr>
                            <m:t>=</m:t>
                          </m:r>
                          <m:r>
                            <a:rPr kumimoji="0" lang="en-US" altLang="zh-CN" sz="1400" b="1" i="1" u="none" strike="noStrike" kern="0" cap="none" spc="0" normalizeH="0" baseline="0" noProof="0" smtClean="0">
                              <a:ln>
                                <a:noFill/>
                              </a:ln>
                              <a:solidFill>
                                <a:srgbClr val="000000"/>
                              </a:solidFill>
                              <a:effectLst/>
                              <a:uLnTx/>
                              <a:uFillTx/>
                              <a:latin typeface="Cambria Math" panose="02040503050406030204" pitchFamily="18" charset="0"/>
                              <a:cs typeface="Times New Roman" panose="02020603050405020304" pitchFamily="18" charset="0"/>
                            </a:rPr>
                            <m:t>𝑢</m:t>
                          </m:r>
                          <m:r>
                            <a:rPr kumimoji="0" lang="en-US" altLang="zh-CN" sz="1400" b="1" i="1" u="none" strike="noStrike" kern="0" cap="none" spc="0" normalizeH="0" baseline="0" noProof="0" smtClean="0">
                              <a:ln>
                                <a:noFill/>
                              </a:ln>
                              <a:solidFill>
                                <a:srgbClr val="000000"/>
                              </a:solidFill>
                              <a:effectLst/>
                              <a:uLnTx/>
                              <a:uFillTx/>
                              <a:latin typeface="Cambria Math" panose="02040503050406030204" pitchFamily="18" charset="0"/>
                              <a:cs typeface="Times New Roman" panose="02020603050405020304" pitchFamily="18" charset="0"/>
                            </a:rPr>
                            <m:t>−</m:t>
                          </m:r>
                          <m:r>
                            <a:rPr kumimoji="0" lang="en-US" altLang="zh-CN" sz="1400" b="0" i="1" u="none" strike="noStrike" kern="0" cap="none" spc="0" normalizeH="0" baseline="0" noProof="0" smtClean="0">
                              <a:ln>
                                <a:noFill/>
                              </a:ln>
                              <a:solidFill>
                                <a:srgbClr val="000000"/>
                              </a:solidFill>
                              <a:effectLst/>
                              <a:uLnTx/>
                              <a:uFillTx/>
                              <a:latin typeface="Cambria Math" panose="02040503050406030204" pitchFamily="18" charset="0"/>
                              <a:cs typeface="Times New Roman" panose="02020603050405020304" pitchFamily="18" charset="0"/>
                            </a:rPr>
                            <m:t>𝑐</m:t>
                          </m:r>
                        </m:oMath>
                      </m:oMathPara>
                    </a14:m>
                    <a:endParaRPr kumimoji="0" lang="en-US" altLang="zh-CN"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79" name="文本框 78">
                    <a:extLst>
                      <a:ext uri="{FF2B5EF4-FFF2-40B4-BE49-F238E27FC236}">
                        <a16:creationId xmlns:a16="http://schemas.microsoft.com/office/drawing/2014/main" id="{0233EBA6-6397-5D68-CA30-D4338517F5FF}"/>
                      </a:ext>
                    </a:extLst>
                  </p:cNvPr>
                  <p:cNvSpPr txBox="1">
                    <a:spLocks noRot="1" noChangeAspect="1" noMove="1" noResize="1" noEditPoints="1" noAdjustHandles="1" noChangeArrowheads="1" noChangeShapeType="1" noTextEdit="1"/>
                  </p:cNvSpPr>
                  <p:nvPr/>
                </p:nvSpPr>
                <p:spPr>
                  <a:xfrm>
                    <a:off x="8855059" y="4338200"/>
                    <a:ext cx="1239422" cy="298487"/>
                  </a:xfrm>
                  <a:prstGeom prst="rect">
                    <a:avLst/>
                  </a:prstGeom>
                  <a:blipFill>
                    <a:blip r:embed="rId8"/>
                    <a:stretch>
                      <a:fillRect/>
                    </a:stretch>
                  </a:blipFill>
                </p:spPr>
                <p:txBody>
                  <a:bodyPr/>
                  <a:lstStyle/>
                  <a:p>
                    <a:r>
                      <a:rPr lang="zh-CN" altLang="en-US">
                        <a:noFill/>
                      </a:rPr>
                      <a:t> </a:t>
                    </a:r>
                  </a:p>
                </p:txBody>
              </p:sp>
            </mc:Fallback>
          </mc:AlternateContent>
          <p:cxnSp>
            <p:nvCxnSpPr>
              <p:cNvPr id="80" name="直接箭头连接符 79">
                <a:extLst>
                  <a:ext uri="{FF2B5EF4-FFF2-40B4-BE49-F238E27FC236}">
                    <a16:creationId xmlns:a16="http://schemas.microsoft.com/office/drawing/2014/main" id="{3CF9DDD6-451D-1495-9F09-F3067C11A64A}"/>
                  </a:ext>
                </a:extLst>
              </p:cNvPr>
              <p:cNvCxnSpPr>
                <a:cxnSpLocks/>
              </p:cNvCxnSpPr>
              <p:nvPr/>
            </p:nvCxnSpPr>
            <p:spPr>
              <a:xfrm>
                <a:off x="8886788" y="4223919"/>
                <a:ext cx="129041" cy="113173"/>
              </a:xfrm>
              <a:prstGeom prst="straightConnector1">
                <a:avLst/>
              </a:prstGeom>
              <a:noFill/>
              <a:ln w="19050" cap="flat" cmpd="sng" algn="ctr">
                <a:solidFill>
                  <a:srgbClr val="000000"/>
                </a:solidFill>
                <a:prstDash val="solid"/>
                <a:tailEnd type="none"/>
              </a:ln>
              <a:effectLst/>
            </p:spPr>
          </p:cxnSp>
          <p:cxnSp>
            <p:nvCxnSpPr>
              <p:cNvPr id="81" name="直接箭头连接符 80">
                <a:extLst>
                  <a:ext uri="{FF2B5EF4-FFF2-40B4-BE49-F238E27FC236}">
                    <a16:creationId xmlns:a16="http://schemas.microsoft.com/office/drawing/2014/main" id="{1D383F17-7C0D-F993-E551-6F4040BB8692}"/>
                  </a:ext>
                </a:extLst>
              </p:cNvPr>
              <p:cNvCxnSpPr>
                <a:cxnSpLocks/>
              </p:cNvCxnSpPr>
              <p:nvPr/>
            </p:nvCxnSpPr>
            <p:spPr>
              <a:xfrm>
                <a:off x="10038776" y="4220584"/>
                <a:ext cx="202915" cy="372995"/>
              </a:xfrm>
              <a:prstGeom prst="straightConnector1">
                <a:avLst/>
              </a:prstGeom>
              <a:noFill/>
              <a:ln w="19050" cap="flat" cmpd="sng" algn="ctr">
                <a:solidFill>
                  <a:srgbClr val="000000"/>
                </a:solidFill>
                <a:prstDash val="solid"/>
                <a:tailEnd type="none"/>
              </a:ln>
              <a:effectLst/>
            </p:spPr>
          </p:cxnSp>
        </p:grpSp>
      </p:grpSp>
      <p:pic>
        <p:nvPicPr>
          <p:cNvPr id="84" name="图片 83">
            <a:extLst>
              <a:ext uri="{FF2B5EF4-FFF2-40B4-BE49-F238E27FC236}">
                <a16:creationId xmlns:a16="http://schemas.microsoft.com/office/drawing/2014/main" id="{33265EDE-2E4D-F57E-12D3-E7737D10D57F}"/>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564936" y="93145"/>
            <a:ext cx="3350597" cy="628003"/>
          </a:xfrm>
          <a:prstGeom prst="rect">
            <a:avLst/>
          </a:prstGeom>
        </p:spPr>
      </p:pic>
      <p:sp>
        <p:nvSpPr>
          <p:cNvPr id="85" name="TextBox 4">
            <a:extLst>
              <a:ext uri="{FF2B5EF4-FFF2-40B4-BE49-F238E27FC236}">
                <a16:creationId xmlns:a16="http://schemas.microsoft.com/office/drawing/2014/main" id="{12489429-477D-49AD-91BC-7B76A6FBBD1F}"/>
              </a:ext>
            </a:extLst>
          </p:cNvPr>
          <p:cNvSpPr txBox="1"/>
          <p:nvPr/>
        </p:nvSpPr>
        <p:spPr>
          <a:xfrm>
            <a:off x="190500" y="114300"/>
            <a:ext cx="5105400" cy="584775"/>
          </a:xfrm>
          <a:prstGeom prst="rect">
            <a:avLst/>
          </a:prstGeom>
          <a:noFill/>
          <a:ln>
            <a:noFill/>
          </a:ln>
        </p:spPr>
        <p:txBody>
          <a:bodyPr wrap="square" rtlCol="0">
            <a:spAutoFit/>
          </a:bodyPr>
          <a:lstStyle/>
          <a:p>
            <a:pPr>
              <a:defRPr/>
            </a:pPr>
            <a:r>
              <a:rPr lang="zh-CN" altLang="en-US" sz="3200" b="1" dirty="0">
                <a:latin typeface="Microsoft YaHei" panose="020B0503020204020204" pitchFamily="34" charset="-122"/>
                <a:ea typeface="Microsoft YaHei" panose="020B0503020204020204" pitchFamily="34" charset="-122"/>
                <a:sym typeface="+mn-ea"/>
              </a:rPr>
              <a:t>缓流与急流的定性判别</a:t>
            </a:r>
          </a:p>
        </p:txBody>
      </p:sp>
    </p:spTree>
    <p:custDataLst>
      <p:tags r:id="rId1"/>
    </p:custDataLst>
    <p:extLst>
      <p:ext uri="{BB962C8B-B14F-4D97-AF65-F5344CB8AC3E}">
        <p14:creationId xmlns:p14="http://schemas.microsoft.com/office/powerpoint/2010/main" val="557641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alphaModFix amt="45000"/>
          </a:blip>
          <a:srcRect t="27" b="27"/>
          <a:stretch>
            <a:fillRect/>
          </a:stretch>
        </a:blipFill>
        <a:effectLst/>
      </p:bgPr>
    </p:bg>
    <p:spTree>
      <p:nvGrpSpPr>
        <p:cNvPr id="1" name=""/>
        <p:cNvGrpSpPr/>
        <p:nvPr/>
      </p:nvGrpSpPr>
      <p:grpSpPr>
        <a:xfrm>
          <a:off x="0" y="0"/>
          <a:ext cx="0" cy="0"/>
          <a:chOff x="0" y="0"/>
          <a:chExt cx="0" cy="0"/>
        </a:xfrm>
      </p:grpSpPr>
      <p:pic>
        <p:nvPicPr>
          <p:cNvPr id="23" name="图片 22">
            <a:extLst>
              <a:ext uri="{FF2B5EF4-FFF2-40B4-BE49-F238E27FC236}">
                <a16:creationId xmlns:a16="http://schemas.microsoft.com/office/drawing/2014/main" id="{863A26F8-F174-482E-99D6-5F9F04BB59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grpSp>
        <p:nvGrpSpPr>
          <p:cNvPr id="2" name="组合 1">
            <a:extLst>
              <a:ext uri="{FF2B5EF4-FFF2-40B4-BE49-F238E27FC236}">
                <a16:creationId xmlns:a16="http://schemas.microsoft.com/office/drawing/2014/main" id="{211A2B26-A617-4E03-ADF9-C0B7BC1EB0CA}"/>
              </a:ext>
            </a:extLst>
          </p:cNvPr>
          <p:cNvGrpSpPr/>
          <p:nvPr/>
        </p:nvGrpSpPr>
        <p:grpSpPr>
          <a:xfrm>
            <a:off x="-59957" y="53728"/>
            <a:ext cx="12285617" cy="790577"/>
            <a:chOff x="-50432" y="53728"/>
            <a:chExt cx="12285617" cy="790577"/>
          </a:xfrm>
        </p:grpSpPr>
        <p:sp>
          <p:nvSpPr>
            <p:cNvPr id="3" name="六边形 24">
              <a:extLst>
                <a:ext uri="{FF2B5EF4-FFF2-40B4-BE49-F238E27FC236}">
                  <a16:creationId xmlns:a16="http://schemas.microsoft.com/office/drawing/2014/main" id="{FC96BA93-2AE7-43F3-968B-446C7D320022}"/>
                </a:ext>
              </a:extLst>
            </p:cNvPr>
            <p:cNvSpPr/>
            <p:nvPr/>
          </p:nvSpPr>
          <p:spPr>
            <a:xfrm>
              <a:off x="74468" y="769295"/>
              <a:ext cx="552450" cy="75010"/>
            </a:xfrm>
            <a:custGeom>
              <a:avLst/>
              <a:gdLst>
                <a:gd name="connsiteX0" fmla="*/ 0 w 747713"/>
                <a:gd name="connsiteY0" fmla="*/ 75010 h 150019"/>
                <a:gd name="connsiteX1" fmla="*/ 37505 w 747713"/>
                <a:gd name="connsiteY1" fmla="*/ 0 h 150019"/>
                <a:gd name="connsiteX2" fmla="*/ 710208 w 747713"/>
                <a:gd name="connsiteY2" fmla="*/ 0 h 150019"/>
                <a:gd name="connsiteX3" fmla="*/ 747713 w 747713"/>
                <a:gd name="connsiteY3" fmla="*/ 75010 h 150019"/>
                <a:gd name="connsiteX4" fmla="*/ 710208 w 747713"/>
                <a:gd name="connsiteY4" fmla="*/ 150019 h 150019"/>
                <a:gd name="connsiteX5" fmla="*/ 37505 w 747713"/>
                <a:gd name="connsiteY5" fmla="*/ 150019 h 150019"/>
                <a:gd name="connsiteX6" fmla="*/ 0 w 747713"/>
                <a:gd name="connsiteY6" fmla="*/ 75010 h 150019"/>
                <a:gd name="connsiteX0-1" fmla="*/ 37505 w 747713"/>
                <a:gd name="connsiteY0-2" fmla="*/ 0 h 150019"/>
                <a:gd name="connsiteX1-3" fmla="*/ 710208 w 747713"/>
                <a:gd name="connsiteY1-4" fmla="*/ 0 h 150019"/>
                <a:gd name="connsiteX2-5" fmla="*/ 747713 w 747713"/>
                <a:gd name="connsiteY2-6" fmla="*/ 75010 h 150019"/>
                <a:gd name="connsiteX3-7" fmla="*/ 710208 w 747713"/>
                <a:gd name="connsiteY3-8" fmla="*/ 150019 h 150019"/>
                <a:gd name="connsiteX4-9" fmla="*/ 37505 w 747713"/>
                <a:gd name="connsiteY4-10" fmla="*/ 150019 h 150019"/>
                <a:gd name="connsiteX5-11" fmla="*/ 0 w 747713"/>
                <a:gd name="connsiteY5-12" fmla="*/ 75010 h 150019"/>
                <a:gd name="connsiteX6-13" fmla="*/ 128945 w 747713"/>
                <a:gd name="connsiteY6-14" fmla="*/ 91440 h 150019"/>
                <a:gd name="connsiteX0-15" fmla="*/ 37505 w 747713"/>
                <a:gd name="connsiteY0-16" fmla="*/ 0 h 150019"/>
                <a:gd name="connsiteX1-17" fmla="*/ 710208 w 747713"/>
                <a:gd name="connsiteY1-18" fmla="*/ 0 h 150019"/>
                <a:gd name="connsiteX2-19" fmla="*/ 747713 w 747713"/>
                <a:gd name="connsiteY2-20" fmla="*/ 75010 h 150019"/>
                <a:gd name="connsiteX3-21" fmla="*/ 710208 w 747713"/>
                <a:gd name="connsiteY3-22" fmla="*/ 150019 h 150019"/>
                <a:gd name="connsiteX4-23" fmla="*/ 37505 w 747713"/>
                <a:gd name="connsiteY4-24" fmla="*/ 150019 h 150019"/>
                <a:gd name="connsiteX5-25" fmla="*/ 0 w 747713"/>
                <a:gd name="connsiteY5-26" fmla="*/ 75010 h 150019"/>
                <a:gd name="connsiteX0-27" fmla="*/ 710208 w 747713"/>
                <a:gd name="connsiteY0-28" fmla="*/ 0 h 150019"/>
                <a:gd name="connsiteX1-29" fmla="*/ 747713 w 747713"/>
                <a:gd name="connsiteY1-30" fmla="*/ 75010 h 150019"/>
                <a:gd name="connsiteX2-31" fmla="*/ 710208 w 747713"/>
                <a:gd name="connsiteY2-32" fmla="*/ 150019 h 150019"/>
                <a:gd name="connsiteX3-33" fmla="*/ 37505 w 747713"/>
                <a:gd name="connsiteY3-34" fmla="*/ 150019 h 150019"/>
                <a:gd name="connsiteX4-35" fmla="*/ 0 w 747713"/>
                <a:gd name="connsiteY4-36" fmla="*/ 75010 h 150019"/>
                <a:gd name="connsiteX0-37" fmla="*/ 672703 w 710208"/>
                <a:gd name="connsiteY0-38" fmla="*/ 0 h 150019"/>
                <a:gd name="connsiteX1-39" fmla="*/ 710208 w 710208"/>
                <a:gd name="connsiteY1-40" fmla="*/ 75010 h 150019"/>
                <a:gd name="connsiteX2-41" fmla="*/ 672703 w 710208"/>
                <a:gd name="connsiteY2-42" fmla="*/ 150019 h 150019"/>
                <a:gd name="connsiteX3-43" fmla="*/ 0 w 710208"/>
                <a:gd name="connsiteY3-44" fmla="*/ 150019 h 150019"/>
                <a:gd name="connsiteX0-45" fmla="*/ 710208 w 710208"/>
                <a:gd name="connsiteY0-46" fmla="*/ 0 h 75009"/>
                <a:gd name="connsiteX1-47" fmla="*/ 672703 w 710208"/>
                <a:gd name="connsiteY1-48" fmla="*/ 75009 h 75009"/>
                <a:gd name="connsiteX2-49" fmla="*/ 0 w 710208"/>
                <a:gd name="connsiteY2-50" fmla="*/ 75009 h 75009"/>
                <a:gd name="connsiteX0-51" fmla="*/ 710208 w 710208"/>
                <a:gd name="connsiteY0-52" fmla="*/ 0 h 75010"/>
                <a:gd name="connsiteX1-53" fmla="*/ 672703 w 710208"/>
                <a:gd name="connsiteY1-54" fmla="*/ 75009 h 75010"/>
                <a:gd name="connsiteX2-55" fmla="*/ 352016 w 710208"/>
                <a:gd name="connsiteY2-56" fmla="*/ 75010 h 75010"/>
                <a:gd name="connsiteX3-57" fmla="*/ 0 w 710208"/>
                <a:gd name="connsiteY3-58" fmla="*/ 75009 h 75010"/>
                <a:gd name="connsiteX0-59" fmla="*/ 358192 w 358192"/>
                <a:gd name="connsiteY0-60" fmla="*/ 0 h 75010"/>
                <a:gd name="connsiteX1-61" fmla="*/ 320687 w 358192"/>
                <a:gd name="connsiteY1-62" fmla="*/ 75009 h 75010"/>
                <a:gd name="connsiteX2-63" fmla="*/ 0 w 358192"/>
                <a:gd name="connsiteY2-64" fmla="*/ 75010 h 75010"/>
              </a:gdLst>
              <a:ahLst/>
              <a:cxnLst>
                <a:cxn ang="0">
                  <a:pos x="connsiteX0-1" y="connsiteY0-2"/>
                </a:cxn>
                <a:cxn ang="0">
                  <a:pos x="connsiteX1-3" y="connsiteY1-4"/>
                </a:cxn>
                <a:cxn ang="0">
                  <a:pos x="connsiteX2-5" y="connsiteY2-6"/>
                </a:cxn>
              </a:cxnLst>
              <a:rect l="l" t="t" r="r" b="b"/>
              <a:pathLst>
                <a:path w="358192" h="75010">
                  <a:moveTo>
                    <a:pt x="358192" y="0"/>
                  </a:moveTo>
                  <a:lnTo>
                    <a:pt x="320687" y="75009"/>
                  </a:lnTo>
                  <a:lnTo>
                    <a:pt x="0" y="75010"/>
                  </a:lnTo>
                </a:path>
              </a:pathLst>
            </a:custGeom>
            <a:noFill/>
            <a:ln>
              <a:solidFill>
                <a:srgbClr val="00B0F0"/>
              </a:solidFill>
              <a:tailEnd type="diamond"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a:extLst>
                <a:ext uri="{FF2B5EF4-FFF2-40B4-BE49-F238E27FC236}">
                  <a16:creationId xmlns:a16="http://schemas.microsoft.com/office/drawing/2014/main" id="{01FD25D7-C20B-4766-8F94-CF8F85722731}"/>
                </a:ext>
              </a:extLst>
            </p:cNvPr>
            <p:cNvSpPr/>
            <p:nvPr/>
          </p:nvSpPr>
          <p:spPr>
            <a:xfrm flipV="1">
              <a:off x="5411" y="53728"/>
              <a:ext cx="12186591" cy="737445"/>
            </a:xfrm>
            <a:prstGeom prst="rect">
              <a:avLst/>
            </a:prstGeom>
            <a:gradFill flip="none" rotWithShape="1">
              <a:gsLst>
                <a:gs pos="0">
                  <a:srgbClr val="00448E">
                    <a:alpha val="15000"/>
                  </a:srgbClr>
                </a:gs>
                <a:gs pos="49000">
                  <a:srgbClr val="00448E">
                    <a:alpha val="0"/>
                  </a:srgbClr>
                </a:gs>
              </a:gsLst>
              <a:lin ang="5400000" scaled="1"/>
              <a:tileRect/>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a:extLst>
                <a:ext uri="{FF2B5EF4-FFF2-40B4-BE49-F238E27FC236}">
                  <a16:creationId xmlns:a16="http://schemas.microsoft.com/office/drawing/2014/main" id="{A7B51B2F-20B8-498E-9D57-01426B35CC85}"/>
                </a:ext>
              </a:extLst>
            </p:cNvPr>
            <p:cNvSpPr/>
            <p:nvPr/>
          </p:nvSpPr>
          <p:spPr>
            <a:xfrm>
              <a:off x="5411" y="762785"/>
              <a:ext cx="12229774" cy="45719"/>
            </a:xfrm>
            <a:prstGeom prst="rect">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mn-cs"/>
              </a:endParaRPr>
            </a:p>
          </p:txBody>
        </p:sp>
        <p:grpSp>
          <p:nvGrpSpPr>
            <p:cNvPr id="6" name="组合 5">
              <a:extLst>
                <a:ext uri="{FF2B5EF4-FFF2-40B4-BE49-F238E27FC236}">
                  <a16:creationId xmlns:a16="http://schemas.microsoft.com/office/drawing/2014/main" id="{B8C34C3D-BE2B-4085-99CA-B83891428055}"/>
                </a:ext>
              </a:extLst>
            </p:cNvPr>
            <p:cNvGrpSpPr/>
            <p:nvPr/>
          </p:nvGrpSpPr>
          <p:grpSpPr>
            <a:xfrm>
              <a:off x="-50432" y="682379"/>
              <a:ext cx="539237" cy="94600"/>
              <a:chOff x="-55843" y="628650"/>
              <a:chExt cx="539237" cy="94600"/>
            </a:xfrm>
          </p:grpSpPr>
          <p:sp>
            <p:nvSpPr>
              <p:cNvPr id="10" name="平行四边形 9">
                <a:extLst>
                  <a:ext uri="{FF2B5EF4-FFF2-40B4-BE49-F238E27FC236}">
                    <a16:creationId xmlns:a16="http://schemas.microsoft.com/office/drawing/2014/main" id="{F7B55A13-D498-4996-ABF9-0C8DF898ACF2}"/>
                  </a:ext>
                </a:extLst>
              </p:cNvPr>
              <p:cNvSpPr/>
              <p:nvPr/>
            </p:nvSpPr>
            <p:spPr>
              <a:xfrm flipH="1">
                <a:off x="-55843"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1" name="平行四边形 10">
                <a:extLst>
                  <a:ext uri="{FF2B5EF4-FFF2-40B4-BE49-F238E27FC236}">
                    <a16:creationId xmlns:a16="http://schemas.microsoft.com/office/drawing/2014/main" id="{CD46EDC8-5A1C-44FD-AB6A-120FC97B7C9A}"/>
                  </a:ext>
                </a:extLst>
              </p:cNvPr>
              <p:cNvSpPr/>
              <p:nvPr/>
            </p:nvSpPr>
            <p:spPr>
              <a:xfrm flipH="1">
                <a:off x="29990"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2" name="平行四边形 11">
                <a:extLst>
                  <a:ext uri="{FF2B5EF4-FFF2-40B4-BE49-F238E27FC236}">
                    <a16:creationId xmlns:a16="http://schemas.microsoft.com/office/drawing/2014/main" id="{EFE19400-2951-4476-ADBF-7A14F432837E}"/>
                  </a:ext>
                </a:extLst>
              </p:cNvPr>
              <p:cNvSpPr/>
              <p:nvPr/>
            </p:nvSpPr>
            <p:spPr>
              <a:xfrm flipH="1">
                <a:off x="115823"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3" name="平行四边形 12">
                <a:extLst>
                  <a:ext uri="{FF2B5EF4-FFF2-40B4-BE49-F238E27FC236}">
                    <a16:creationId xmlns:a16="http://schemas.microsoft.com/office/drawing/2014/main" id="{4A0A25FF-F979-4033-8E09-FF7ED1F753B4}"/>
                  </a:ext>
                </a:extLst>
              </p:cNvPr>
              <p:cNvSpPr/>
              <p:nvPr/>
            </p:nvSpPr>
            <p:spPr>
              <a:xfrm flipH="1">
                <a:off x="201656"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4" name="平行四边形 13">
                <a:extLst>
                  <a:ext uri="{FF2B5EF4-FFF2-40B4-BE49-F238E27FC236}">
                    <a16:creationId xmlns:a16="http://schemas.microsoft.com/office/drawing/2014/main" id="{C57FFE79-5A1E-46E7-AF42-CF152EB4C988}"/>
                  </a:ext>
                </a:extLst>
              </p:cNvPr>
              <p:cNvSpPr/>
              <p:nvPr/>
            </p:nvSpPr>
            <p:spPr>
              <a:xfrm flipH="1">
                <a:off x="287489"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5" name="平行四边形 14">
                <a:extLst>
                  <a:ext uri="{FF2B5EF4-FFF2-40B4-BE49-F238E27FC236}">
                    <a16:creationId xmlns:a16="http://schemas.microsoft.com/office/drawing/2014/main" id="{2C1CB916-7675-4D5B-AC25-A3269681DDFF}"/>
                  </a:ext>
                </a:extLst>
              </p:cNvPr>
              <p:cNvSpPr/>
              <p:nvPr/>
            </p:nvSpPr>
            <p:spPr>
              <a:xfrm flipH="1">
                <a:off x="373320"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mn-cs"/>
                </a:endParaRPr>
              </a:p>
            </p:txBody>
          </p:sp>
        </p:grpSp>
        <p:sp>
          <p:nvSpPr>
            <p:cNvPr id="7" name="平行四边形 6">
              <a:extLst>
                <a:ext uri="{FF2B5EF4-FFF2-40B4-BE49-F238E27FC236}">
                  <a16:creationId xmlns:a16="http://schemas.microsoft.com/office/drawing/2014/main" id="{F9381537-D216-4673-972B-BDCF0D87B397}"/>
                </a:ext>
              </a:extLst>
            </p:cNvPr>
            <p:cNvSpPr/>
            <p:nvPr/>
          </p:nvSpPr>
          <p:spPr>
            <a:xfrm>
              <a:off x="514462" y="800588"/>
              <a:ext cx="69503" cy="31175"/>
            </a:xfrm>
            <a:prstGeom prst="parallelogram">
              <a:avLst>
                <a:gd name="adj" fmla="val 74000"/>
              </a:avLst>
            </a:prstGeom>
            <a:solidFill>
              <a:srgbClr val="00B0F0">
                <a:alpha val="30000"/>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8" name="平行四边形 7">
              <a:extLst>
                <a:ext uri="{FF2B5EF4-FFF2-40B4-BE49-F238E27FC236}">
                  <a16:creationId xmlns:a16="http://schemas.microsoft.com/office/drawing/2014/main" id="{2FBE739D-0E67-4C47-90BB-10C7014923E2}"/>
                </a:ext>
              </a:extLst>
            </p:cNvPr>
            <p:cNvSpPr/>
            <p:nvPr/>
          </p:nvSpPr>
          <p:spPr>
            <a:xfrm>
              <a:off x="445406" y="800588"/>
              <a:ext cx="69503" cy="31175"/>
            </a:xfrm>
            <a:prstGeom prst="parallelogram">
              <a:avLst>
                <a:gd name="adj" fmla="val 74000"/>
              </a:avLst>
            </a:prstGeom>
            <a:solidFill>
              <a:srgbClr val="00B0F0">
                <a:alpha val="20000"/>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9" name="平行四边形 8">
              <a:extLst>
                <a:ext uri="{FF2B5EF4-FFF2-40B4-BE49-F238E27FC236}">
                  <a16:creationId xmlns:a16="http://schemas.microsoft.com/office/drawing/2014/main" id="{716DE4D6-4DCF-4544-8D1A-50F1754FB75B}"/>
                </a:ext>
              </a:extLst>
            </p:cNvPr>
            <p:cNvSpPr/>
            <p:nvPr/>
          </p:nvSpPr>
          <p:spPr>
            <a:xfrm>
              <a:off x="376350" y="800588"/>
              <a:ext cx="69503" cy="31175"/>
            </a:xfrm>
            <a:prstGeom prst="parallelogram">
              <a:avLst>
                <a:gd name="adj" fmla="val 74000"/>
              </a:avLst>
            </a:prstGeom>
            <a:solidFill>
              <a:srgbClr val="00B0F0">
                <a:alpha val="10000"/>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grpSp>
      <p:pic>
        <p:nvPicPr>
          <p:cNvPr id="16" name="图片 15">
            <a:extLst>
              <a:ext uri="{FF2B5EF4-FFF2-40B4-BE49-F238E27FC236}">
                <a16:creationId xmlns:a16="http://schemas.microsoft.com/office/drawing/2014/main" id="{D755DAF6-34DF-4755-8D82-576C3CF9C06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64936" y="93145"/>
            <a:ext cx="3350597" cy="628003"/>
          </a:xfrm>
          <a:prstGeom prst="rect">
            <a:avLst/>
          </a:prstGeom>
        </p:spPr>
      </p:pic>
      <p:sp>
        <p:nvSpPr>
          <p:cNvPr id="17" name="TextBox 4">
            <a:extLst>
              <a:ext uri="{FF2B5EF4-FFF2-40B4-BE49-F238E27FC236}">
                <a16:creationId xmlns:a16="http://schemas.microsoft.com/office/drawing/2014/main" id="{038D406A-10E4-47EC-9AAF-9AEB2A140170}"/>
              </a:ext>
            </a:extLst>
          </p:cNvPr>
          <p:cNvSpPr txBox="1"/>
          <p:nvPr/>
        </p:nvSpPr>
        <p:spPr>
          <a:xfrm>
            <a:off x="190500" y="114300"/>
            <a:ext cx="5105400" cy="584775"/>
          </a:xfrm>
          <a:prstGeom prst="rect">
            <a:avLst/>
          </a:prstGeom>
          <a:noFill/>
          <a:ln>
            <a:noFill/>
          </a:ln>
        </p:spPr>
        <p:txBody>
          <a:bodyPr wrap="square" rtlCol="0">
            <a:spAutoFit/>
          </a:bodyPr>
          <a:lstStyle/>
          <a:p>
            <a:pPr>
              <a:defRPr/>
            </a:pPr>
            <a:r>
              <a:rPr lang="zh-CN" altLang="en-US" sz="3200" b="1" dirty="0">
                <a:latin typeface="Microsoft YaHei" panose="020B0503020204020204" pitchFamily="34" charset="-122"/>
                <a:ea typeface="Microsoft YaHei" panose="020B0503020204020204" pitchFamily="34" charset="-122"/>
                <a:sym typeface="+mn-ea"/>
              </a:rPr>
              <a:t>缓流与急流的定性判别</a:t>
            </a:r>
          </a:p>
        </p:txBody>
      </p:sp>
      <p:sp>
        <p:nvSpPr>
          <p:cNvPr id="18" name="文本框 17">
            <a:extLst>
              <a:ext uri="{FF2B5EF4-FFF2-40B4-BE49-F238E27FC236}">
                <a16:creationId xmlns:a16="http://schemas.microsoft.com/office/drawing/2014/main" id="{72E4C848-BEBD-4DA4-B226-1075032DE35E}"/>
              </a:ext>
            </a:extLst>
          </p:cNvPr>
          <p:cNvSpPr txBox="1">
            <a:spLocks noChangeArrowheads="1"/>
          </p:cNvSpPr>
          <p:nvPr/>
        </p:nvSpPr>
        <p:spPr bwMode="auto">
          <a:xfrm>
            <a:off x="395536" y="1294321"/>
            <a:ext cx="4680520" cy="457200"/>
          </a:xfrm>
          <a:prstGeom prst="rect">
            <a:avLst/>
          </a:prstGeom>
          <a:solidFill>
            <a:schemeClr val="accent6">
              <a:lumMod val="20000"/>
              <a:lumOff val="80000"/>
            </a:schemeClr>
          </a:solidFill>
          <a:ln>
            <a:noFill/>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弗劳德（</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Froude</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）数的物理意义：</a:t>
            </a:r>
            <a:endParaRPr lang="zh-CN" altLang="en-US" sz="2400" b="0" dirty="0">
              <a:latin typeface="Times New Roman" panose="02020603050405020304" pitchFamily="18"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9" name="对象 6166">
                <a:extLst>
                  <a:ext uri="{FF2B5EF4-FFF2-40B4-BE49-F238E27FC236}">
                    <a16:creationId xmlns:a16="http://schemas.microsoft.com/office/drawing/2014/main" id="{F1735CB4-4D0B-4D19-8693-A76D5ABF4AC1}"/>
                  </a:ext>
                </a:extLst>
              </p:cNvPr>
              <p:cNvSpPr txBox="1"/>
              <p:nvPr/>
            </p:nvSpPr>
            <p:spPr bwMode="auto">
              <a:xfrm>
                <a:off x="5277317" y="1126837"/>
                <a:ext cx="2951683" cy="1285875"/>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a:rPr lang="zh-CN" altLang="en-US" sz="2200" b="1" i="1" smtClean="0">
                          <a:solidFill>
                            <a:srgbClr val="000000"/>
                          </a:solidFill>
                          <a:latin typeface="Cambria Math" panose="02040503050406030204" pitchFamily="18" charset="0"/>
                        </a:rPr>
                        <m:t>𝑭𝒓</m:t>
                      </m:r>
                      <m:r>
                        <a:rPr lang="zh-CN" altLang="en-US" sz="2200" b="1" i="1" smtClean="0">
                          <a:solidFill>
                            <a:srgbClr val="000000"/>
                          </a:solidFill>
                          <a:latin typeface="Cambria Math" panose="02040503050406030204" pitchFamily="18" charset="0"/>
                        </a:rPr>
                        <m:t>=</m:t>
                      </m:r>
                      <m:f>
                        <m:fPr>
                          <m:ctrlPr>
                            <a:rPr lang="zh-CN" altLang="en-US" sz="2200" i="1">
                              <a:solidFill>
                                <a:srgbClr val="000000"/>
                              </a:solidFill>
                              <a:latin typeface="Cambria Math" panose="02040503050406030204" pitchFamily="18" charset="0"/>
                            </a:rPr>
                          </m:ctrlPr>
                        </m:fPr>
                        <m:num>
                          <m:r>
                            <a:rPr lang="zh-CN" altLang="en-US" sz="2200" b="1" i="1">
                              <a:solidFill>
                                <a:srgbClr val="000000"/>
                              </a:solidFill>
                              <a:latin typeface="Cambria Math" panose="02040503050406030204" pitchFamily="18" charset="0"/>
                            </a:rPr>
                            <m:t>𝒗</m:t>
                          </m:r>
                        </m:num>
                        <m:den>
                          <m:rad>
                            <m:radPr>
                              <m:degHide m:val="on"/>
                              <m:ctrlPr>
                                <a:rPr lang="zh-CN" altLang="en-US" sz="2200" i="1">
                                  <a:solidFill>
                                    <a:srgbClr val="000000"/>
                                  </a:solidFill>
                                  <a:latin typeface="Cambria Math" panose="02040503050406030204" pitchFamily="18" charset="0"/>
                                </a:rPr>
                              </m:ctrlPr>
                            </m:radPr>
                            <m:deg/>
                            <m:e>
                              <m:r>
                                <a:rPr lang="zh-CN" altLang="en-US" sz="2200" b="1" i="1">
                                  <a:solidFill>
                                    <a:srgbClr val="000000"/>
                                  </a:solidFill>
                                  <a:latin typeface="Cambria Math" panose="02040503050406030204" pitchFamily="18" charset="0"/>
                                </a:rPr>
                                <m:t>𝒈</m:t>
                              </m:r>
                              <m:acc>
                                <m:accPr>
                                  <m:chr m:val="̄"/>
                                  <m:ctrlPr>
                                    <a:rPr lang="zh-CN" altLang="en-US" sz="2200" i="1">
                                      <a:solidFill>
                                        <a:srgbClr val="000000"/>
                                      </a:solidFill>
                                      <a:latin typeface="Cambria Math" panose="02040503050406030204" pitchFamily="18" charset="0"/>
                                    </a:rPr>
                                  </m:ctrlPr>
                                </m:accPr>
                                <m:e>
                                  <m:r>
                                    <a:rPr lang="zh-CN" altLang="en-US" sz="2200" b="1" i="1">
                                      <a:solidFill>
                                        <a:srgbClr val="000000"/>
                                      </a:solidFill>
                                      <a:latin typeface="Cambria Math" panose="02040503050406030204" pitchFamily="18" charset="0"/>
                                    </a:rPr>
                                    <m:t>𝒉</m:t>
                                  </m:r>
                                </m:e>
                              </m:acc>
                            </m:e>
                          </m:rad>
                        </m:den>
                      </m:f>
                    </m:oMath>
                  </m:oMathPara>
                </a14:m>
                <a:endParaRPr lang="zh-CN" altLang="en-US" sz="2200" dirty="0"/>
              </a:p>
            </p:txBody>
          </p:sp>
        </mc:Choice>
        <mc:Fallback xmlns="">
          <p:sp>
            <p:nvSpPr>
              <p:cNvPr id="19" name="对象 6166">
                <a:extLst>
                  <a:ext uri="{FF2B5EF4-FFF2-40B4-BE49-F238E27FC236}">
                    <a16:creationId xmlns:a16="http://schemas.microsoft.com/office/drawing/2014/main" id="{F1735CB4-4D0B-4D19-8693-A76D5ABF4AC1}"/>
                  </a:ext>
                </a:extLst>
              </p:cNvPr>
              <p:cNvSpPr txBox="1">
                <a:spLocks noRot="1" noChangeAspect="1" noMove="1" noResize="1" noEditPoints="1" noAdjustHandles="1" noChangeArrowheads="1" noChangeShapeType="1" noTextEdit="1"/>
              </p:cNvSpPr>
              <p:nvPr/>
            </p:nvSpPr>
            <p:spPr bwMode="auto">
              <a:xfrm>
                <a:off x="5277317" y="1126837"/>
                <a:ext cx="2951683" cy="1285875"/>
              </a:xfrm>
              <a:prstGeom prst="rect">
                <a:avLst/>
              </a:prstGeom>
              <a:blipFill>
                <a:blip r:embed="rId4"/>
                <a:stretch>
                  <a:fillRect/>
                </a:stretch>
              </a:blipFill>
              <a:ln>
                <a:noFill/>
              </a:ln>
            </p:spPr>
            <p:txBody>
              <a:bodyPr/>
              <a:lstStyle/>
              <a:p>
                <a:r>
                  <a:rPr lang="zh-CN" altLang="en-US">
                    <a:noFill/>
                  </a:rPr>
                  <a:t> </a:t>
                </a:r>
              </a:p>
            </p:txBody>
          </p:sp>
        </mc:Fallback>
      </mc:AlternateContent>
      <p:sp>
        <p:nvSpPr>
          <p:cNvPr id="20" name="文本框 19">
            <a:extLst>
              <a:ext uri="{FF2B5EF4-FFF2-40B4-BE49-F238E27FC236}">
                <a16:creationId xmlns:a16="http://schemas.microsoft.com/office/drawing/2014/main" id="{DE07C897-F90C-4BE1-BC96-A48CBA70B9B0}"/>
              </a:ext>
            </a:extLst>
          </p:cNvPr>
          <p:cNvSpPr txBox="1">
            <a:spLocks noChangeArrowheads="1"/>
          </p:cNvSpPr>
          <p:nvPr/>
        </p:nvSpPr>
        <p:spPr bwMode="auto">
          <a:xfrm>
            <a:off x="495300" y="2249718"/>
            <a:ext cx="8180778" cy="1610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ClrTx/>
              <a:buSzTx/>
              <a:buFontTx/>
              <a:buNone/>
            </a:pP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过水断面单位重量液体平均动能与平均势能之比的二倍开平方</a:t>
            </a:r>
            <a:endParaRPr lang="en-US" altLang="zh-CN" sz="22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lnSpc>
                <a:spcPct val="120000"/>
              </a:lnSpc>
              <a:spcBef>
                <a:spcPct val="50000"/>
              </a:spcBef>
              <a:buClrTx/>
              <a:buSzTx/>
              <a:buFontTx/>
              <a:buNone/>
            </a:pP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当</a:t>
            </a:r>
            <a:r>
              <a:rPr lang="en-US" altLang="zh-CN" sz="2200" i="1" dirty="0">
                <a:latin typeface="Times New Roman" panose="02020603050405020304" pitchFamily="18" charset="0"/>
                <a:ea typeface="黑体" panose="02010609060101010101" pitchFamily="49" charset="-122"/>
                <a:cs typeface="Times New Roman" panose="02020603050405020304" pitchFamily="18" charset="0"/>
              </a:rPr>
              <a:t>Fr</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&lt;1</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时，意味着水流在运动过程中势能占主导地位</a:t>
            </a:r>
            <a:endParaRPr lang="en-US" altLang="zh-CN" sz="2200"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lnSpc>
                <a:spcPct val="120000"/>
              </a:lnSpc>
              <a:spcBef>
                <a:spcPct val="50000"/>
              </a:spcBef>
              <a:buClrTx/>
              <a:buSzTx/>
              <a:buFontTx/>
              <a:buNone/>
            </a:pP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当</a:t>
            </a:r>
            <a:r>
              <a:rPr lang="en-US" altLang="zh-CN" sz="2200" i="1" dirty="0">
                <a:latin typeface="Times New Roman" panose="02020603050405020304" pitchFamily="18" charset="0"/>
                <a:ea typeface="黑体" panose="02010609060101010101" pitchFamily="49" charset="-122"/>
                <a:cs typeface="Times New Roman" panose="02020603050405020304" pitchFamily="18" charset="0"/>
              </a:rPr>
              <a:t>Fr</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&gt;1</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时，意味着水流在运动过程中动能占主导地位</a:t>
            </a:r>
          </a:p>
        </p:txBody>
      </p:sp>
      <p:sp>
        <p:nvSpPr>
          <p:cNvPr id="21" name="文本框 20">
            <a:extLst>
              <a:ext uri="{FF2B5EF4-FFF2-40B4-BE49-F238E27FC236}">
                <a16:creationId xmlns:a16="http://schemas.microsoft.com/office/drawing/2014/main" id="{200C906B-4327-418E-9A10-6FA37DDCC71C}"/>
              </a:ext>
            </a:extLst>
          </p:cNvPr>
          <p:cNvSpPr txBox="1">
            <a:spLocks noChangeArrowheads="1"/>
          </p:cNvSpPr>
          <p:nvPr/>
        </p:nvSpPr>
        <p:spPr bwMode="auto">
          <a:xfrm>
            <a:off x="451839" y="4908170"/>
            <a:ext cx="8267700" cy="1642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ClrTx/>
              <a:buSzTx/>
              <a:buFontTx/>
              <a:buNone/>
            </a:pPr>
            <a:r>
              <a:rPr lang="zh-CN" altLang="en-US" sz="2200" dirty="0">
                <a:latin typeface="黑体" panose="02010609060101010101" pitchFamily="49" charset="-122"/>
                <a:ea typeface="黑体" panose="02010609060101010101" pitchFamily="49" charset="-122"/>
              </a:rPr>
              <a:t>表示水流的惯性力与重力两种作用的对比关系。</a:t>
            </a:r>
            <a:endParaRPr lang="en-US" altLang="zh-CN" sz="2200" dirty="0">
              <a:latin typeface="黑体" panose="02010609060101010101" pitchFamily="49" charset="-122"/>
              <a:ea typeface="黑体" panose="02010609060101010101" pitchFamily="49" charset="-122"/>
            </a:endParaRPr>
          </a:p>
          <a:p>
            <a:pPr eaLnBrk="1" hangingPunct="1">
              <a:lnSpc>
                <a:spcPct val="120000"/>
              </a:lnSpc>
              <a:spcBef>
                <a:spcPct val="50000"/>
              </a:spcBef>
              <a:buClrTx/>
              <a:buSzTx/>
              <a:buFontTx/>
              <a:buNone/>
            </a:pPr>
            <a:r>
              <a:rPr lang="zh-CN" altLang="en-US" sz="2200" dirty="0">
                <a:latin typeface="黑体" panose="02010609060101010101" pitchFamily="49" charset="-122"/>
                <a:ea typeface="黑体" panose="02010609060101010101" pitchFamily="49" charset="-122"/>
              </a:rPr>
              <a:t>急流时，惯性对水流起主导作用；</a:t>
            </a:r>
            <a:endParaRPr lang="en-US" altLang="zh-CN" sz="2200" dirty="0">
              <a:latin typeface="黑体" panose="02010609060101010101" pitchFamily="49" charset="-122"/>
              <a:ea typeface="黑体" panose="02010609060101010101" pitchFamily="49" charset="-122"/>
            </a:endParaRPr>
          </a:p>
          <a:p>
            <a:pPr eaLnBrk="1" hangingPunct="1">
              <a:lnSpc>
                <a:spcPct val="120000"/>
              </a:lnSpc>
              <a:spcBef>
                <a:spcPct val="50000"/>
              </a:spcBef>
              <a:buClrTx/>
              <a:buSzTx/>
              <a:buFontTx/>
              <a:buNone/>
            </a:pPr>
            <a:r>
              <a:rPr lang="zh-CN" altLang="en-US" sz="2200" dirty="0">
                <a:latin typeface="黑体" panose="02010609060101010101" pitchFamily="49" charset="-122"/>
                <a:ea typeface="黑体" panose="02010609060101010101" pitchFamily="49" charset="-122"/>
              </a:rPr>
              <a:t>缓流时，重力对水流起主导作用。</a:t>
            </a:r>
          </a:p>
        </p:txBody>
      </p:sp>
      <p:sp>
        <p:nvSpPr>
          <p:cNvPr id="22" name="文本框 21">
            <a:extLst>
              <a:ext uri="{FF2B5EF4-FFF2-40B4-BE49-F238E27FC236}">
                <a16:creationId xmlns:a16="http://schemas.microsoft.com/office/drawing/2014/main" id="{62ED212A-08BF-4043-A100-D40B88B23E8E}"/>
              </a:ext>
            </a:extLst>
          </p:cNvPr>
          <p:cNvSpPr txBox="1">
            <a:spLocks noChangeArrowheads="1"/>
          </p:cNvSpPr>
          <p:nvPr/>
        </p:nvSpPr>
        <p:spPr bwMode="auto">
          <a:xfrm>
            <a:off x="395536" y="4155757"/>
            <a:ext cx="4680520" cy="457200"/>
          </a:xfrm>
          <a:prstGeom prst="rect">
            <a:avLst/>
          </a:prstGeom>
          <a:solidFill>
            <a:schemeClr val="accent6">
              <a:lumMod val="20000"/>
              <a:lumOff val="80000"/>
            </a:schemeClr>
          </a:solidFill>
          <a:ln>
            <a:noFill/>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弗劳德（</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Froude</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）数的力学意义：</a:t>
            </a:r>
            <a:endParaRPr lang="zh-CN" altLang="en-US" sz="2400" b="0" dirty="0">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386759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ppt_x</p:attrName>
                                        </p:attrNameLst>
                                      </p:cBhvr>
                                      <p:tavLst>
                                        <p:tav tm="0">
                                          <p:val>
                                            <p:strVal val="0-#ppt_w/2"/>
                                          </p:val>
                                        </p:tav>
                                        <p:tav tm="100000">
                                          <p:val>
                                            <p:strVal val="#ppt_x"/>
                                          </p:val>
                                        </p:tav>
                                      </p:tavLst>
                                    </p:anim>
                                    <p:anim calcmode="lin" valueType="num">
                                      <p:cBhvr>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additive="base">
                                        <p:cTn id="13" dur="500" fill="hold"/>
                                        <p:tgtEl>
                                          <p:spTgt spid="19"/>
                                        </p:tgtEl>
                                        <p:attrNameLst>
                                          <p:attrName>ppt_x</p:attrName>
                                        </p:attrNameLst>
                                      </p:cBhvr>
                                      <p:tavLst>
                                        <p:tav tm="0">
                                          <p:val>
                                            <p:strVal val="#ppt_x"/>
                                          </p:val>
                                        </p:tav>
                                        <p:tav tm="100000">
                                          <p:val>
                                            <p:strVal val="#ppt_x"/>
                                          </p:val>
                                        </p:tav>
                                      </p:tavLst>
                                    </p:anim>
                                    <p:anim calcmode="lin" valueType="num">
                                      <p:cBhvr additive="base">
                                        <p:cTn id="1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8" presetClass="entr" presetSubtype="6"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strips(downRight)">
                                      <p:cBhvr>
                                        <p:cTn id="19" dur="500"/>
                                        <p:tgtEl>
                                          <p:spTgt spid="20"/>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22"/>
                                        </p:tgtEl>
                                        <p:attrNameLst>
                                          <p:attrName>style.visibility</p:attrName>
                                        </p:attrNameLst>
                                      </p:cBhvr>
                                      <p:to>
                                        <p:strVal val="visible"/>
                                      </p:to>
                                    </p:set>
                                    <p:anim calcmode="lin" valueType="num">
                                      <p:cBhvr>
                                        <p:cTn id="24" dur="500" fill="hold"/>
                                        <p:tgtEl>
                                          <p:spTgt spid="22"/>
                                        </p:tgtEl>
                                        <p:attrNameLst>
                                          <p:attrName>ppt_x</p:attrName>
                                        </p:attrNameLst>
                                      </p:cBhvr>
                                      <p:tavLst>
                                        <p:tav tm="0">
                                          <p:val>
                                            <p:strVal val="0-#ppt_w/2"/>
                                          </p:val>
                                        </p:tav>
                                        <p:tav tm="100000">
                                          <p:val>
                                            <p:strVal val="#ppt_x"/>
                                          </p:val>
                                        </p:tav>
                                      </p:tavLst>
                                    </p:anim>
                                    <p:anim calcmode="lin" valueType="num">
                                      <p:cBhvr>
                                        <p:cTn id="25"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8" presetClass="entr" presetSubtype="6" fill="hold" grpId="0"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strips(downRight)">
                                      <p:cBhvr>
                                        <p:cTn id="3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p:bldP spid="20" grpId="0"/>
      <p:bldP spid="21" grpId="0"/>
      <p:bldP spid="2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alphaModFix amt="45000"/>
          </a:blip>
          <a:srcRect t="27" b="27"/>
          <a:stretch>
            <a:fillRect/>
          </a:stretch>
        </a:blipFill>
        <a:effectLst/>
      </p:bgPr>
    </p:bg>
    <p:spTree>
      <p:nvGrpSpPr>
        <p:cNvPr id="1" name=""/>
        <p:cNvGrpSpPr/>
        <p:nvPr/>
      </p:nvGrpSpPr>
      <p:grpSpPr>
        <a:xfrm>
          <a:off x="0" y="0"/>
          <a:ext cx="0" cy="0"/>
          <a:chOff x="0" y="0"/>
          <a:chExt cx="0" cy="0"/>
        </a:xfrm>
      </p:grpSpPr>
      <p:pic>
        <p:nvPicPr>
          <p:cNvPr id="24" name="图片 23">
            <a:extLst>
              <a:ext uri="{FF2B5EF4-FFF2-40B4-BE49-F238E27FC236}">
                <a16:creationId xmlns:a16="http://schemas.microsoft.com/office/drawing/2014/main" id="{764D2AA4-4D41-462C-84B5-A46C302097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grpSp>
        <p:nvGrpSpPr>
          <p:cNvPr id="2" name="组合 1">
            <a:extLst>
              <a:ext uri="{FF2B5EF4-FFF2-40B4-BE49-F238E27FC236}">
                <a16:creationId xmlns:a16="http://schemas.microsoft.com/office/drawing/2014/main" id="{57E556DB-D06B-4DB6-A885-0B9426FAB37D}"/>
              </a:ext>
            </a:extLst>
          </p:cNvPr>
          <p:cNvGrpSpPr/>
          <p:nvPr/>
        </p:nvGrpSpPr>
        <p:grpSpPr>
          <a:xfrm>
            <a:off x="-59957" y="53728"/>
            <a:ext cx="12285617" cy="790577"/>
            <a:chOff x="-50432" y="53728"/>
            <a:chExt cx="12285617" cy="790577"/>
          </a:xfrm>
        </p:grpSpPr>
        <p:sp>
          <p:nvSpPr>
            <p:cNvPr id="3" name="六边形 24">
              <a:extLst>
                <a:ext uri="{FF2B5EF4-FFF2-40B4-BE49-F238E27FC236}">
                  <a16:creationId xmlns:a16="http://schemas.microsoft.com/office/drawing/2014/main" id="{D242258C-88B3-4ABD-B6EC-9635EC5AA021}"/>
                </a:ext>
              </a:extLst>
            </p:cNvPr>
            <p:cNvSpPr/>
            <p:nvPr/>
          </p:nvSpPr>
          <p:spPr>
            <a:xfrm>
              <a:off x="74468" y="769295"/>
              <a:ext cx="552450" cy="75010"/>
            </a:xfrm>
            <a:custGeom>
              <a:avLst/>
              <a:gdLst>
                <a:gd name="connsiteX0" fmla="*/ 0 w 747713"/>
                <a:gd name="connsiteY0" fmla="*/ 75010 h 150019"/>
                <a:gd name="connsiteX1" fmla="*/ 37505 w 747713"/>
                <a:gd name="connsiteY1" fmla="*/ 0 h 150019"/>
                <a:gd name="connsiteX2" fmla="*/ 710208 w 747713"/>
                <a:gd name="connsiteY2" fmla="*/ 0 h 150019"/>
                <a:gd name="connsiteX3" fmla="*/ 747713 w 747713"/>
                <a:gd name="connsiteY3" fmla="*/ 75010 h 150019"/>
                <a:gd name="connsiteX4" fmla="*/ 710208 w 747713"/>
                <a:gd name="connsiteY4" fmla="*/ 150019 h 150019"/>
                <a:gd name="connsiteX5" fmla="*/ 37505 w 747713"/>
                <a:gd name="connsiteY5" fmla="*/ 150019 h 150019"/>
                <a:gd name="connsiteX6" fmla="*/ 0 w 747713"/>
                <a:gd name="connsiteY6" fmla="*/ 75010 h 150019"/>
                <a:gd name="connsiteX0-1" fmla="*/ 37505 w 747713"/>
                <a:gd name="connsiteY0-2" fmla="*/ 0 h 150019"/>
                <a:gd name="connsiteX1-3" fmla="*/ 710208 w 747713"/>
                <a:gd name="connsiteY1-4" fmla="*/ 0 h 150019"/>
                <a:gd name="connsiteX2-5" fmla="*/ 747713 w 747713"/>
                <a:gd name="connsiteY2-6" fmla="*/ 75010 h 150019"/>
                <a:gd name="connsiteX3-7" fmla="*/ 710208 w 747713"/>
                <a:gd name="connsiteY3-8" fmla="*/ 150019 h 150019"/>
                <a:gd name="connsiteX4-9" fmla="*/ 37505 w 747713"/>
                <a:gd name="connsiteY4-10" fmla="*/ 150019 h 150019"/>
                <a:gd name="connsiteX5-11" fmla="*/ 0 w 747713"/>
                <a:gd name="connsiteY5-12" fmla="*/ 75010 h 150019"/>
                <a:gd name="connsiteX6-13" fmla="*/ 128945 w 747713"/>
                <a:gd name="connsiteY6-14" fmla="*/ 91440 h 150019"/>
                <a:gd name="connsiteX0-15" fmla="*/ 37505 w 747713"/>
                <a:gd name="connsiteY0-16" fmla="*/ 0 h 150019"/>
                <a:gd name="connsiteX1-17" fmla="*/ 710208 w 747713"/>
                <a:gd name="connsiteY1-18" fmla="*/ 0 h 150019"/>
                <a:gd name="connsiteX2-19" fmla="*/ 747713 w 747713"/>
                <a:gd name="connsiteY2-20" fmla="*/ 75010 h 150019"/>
                <a:gd name="connsiteX3-21" fmla="*/ 710208 w 747713"/>
                <a:gd name="connsiteY3-22" fmla="*/ 150019 h 150019"/>
                <a:gd name="connsiteX4-23" fmla="*/ 37505 w 747713"/>
                <a:gd name="connsiteY4-24" fmla="*/ 150019 h 150019"/>
                <a:gd name="connsiteX5-25" fmla="*/ 0 w 747713"/>
                <a:gd name="connsiteY5-26" fmla="*/ 75010 h 150019"/>
                <a:gd name="connsiteX0-27" fmla="*/ 710208 w 747713"/>
                <a:gd name="connsiteY0-28" fmla="*/ 0 h 150019"/>
                <a:gd name="connsiteX1-29" fmla="*/ 747713 w 747713"/>
                <a:gd name="connsiteY1-30" fmla="*/ 75010 h 150019"/>
                <a:gd name="connsiteX2-31" fmla="*/ 710208 w 747713"/>
                <a:gd name="connsiteY2-32" fmla="*/ 150019 h 150019"/>
                <a:gd name="connsiteX3-33" fmla="*/ 37505 w 747713"/>
                <a:gd name="connsiteY3-34" fmla="*/ 150019 h 150019"/>
                <a:gd name="connsiteX4-35" fmla="*/ 0 w 747713"/>
                <a:gd name="connsiteY4-36" fmla="*/ 75010 h 150019"/>
                <a:gd name="connsiteX0-37" fmla="*/ 672703 w 710208"/>
                <a:gd name="connsiteY0-38" fmla="*/ 0 h 150019"/>
                <a:gd name="connsiteX1-39" fmla="*/ 710208 w 710208"/>
                <a:gd name="connsiteY1-40" fmla="*/ 75010 h 150019"/>
                <a:gd name="connsiteX2-41" fmla="*/ 672703 w 710208"/>
                <a:gd name="connsiteY2-42" fmla="*/ 150019 h 150019"/>
                <a:gd name="connsiteX3-43" fmla="*/ 0 w 710208"/>
                <a:gd name="connsiteY3-44" fmla="*/ 150019 h 150019"/>
                <a:gd name="connsiteX0-45" fmla="*/ 710208 w 710208"/>
                <a:gd name="connsiteY0-46" fmla="*/ 0 h 75009"/>
                <a:gd name="connsiteX1-47" fmla="*/ 672703 w 710208"/>
                <a:gd name="connsiteY1-48" fmla="*/ 75009 h 75009"/>
                <a:gd name="connsiteX2-49" fmla="*/ 0 w 710208"/>
                <a:gd name="connsiteY2-50" fmla="*/ 75009 h 75009"/>
                <a:gd name="connsiteX0-51" fmla="*/ 710208 w 710208"/>
                <a:gd name="connsiteY0-52" fmla="*/ 0 h 75010"/>
                <a:gd name="connsiteX1-53" fmla="*/ 672703 w 710208"/>
                <a:gd name="connsiteY1-54" fmla="*/ 75009 h 75010"/>
                <a:gd name="connsiteX2-55" fmla="*/ 352016 w 710208"/>
                <a:gd name="connsiteY2-56" fmla="*/ 75010 h 75010"/>
                <a:gd name="connsiteX3-57" fmla="*/ 0 w 710208"/>
                <a:gd name="connsiteY3-58" fmla="*/ 75009 h 75010"/>
                <a:gd name="connsiteX0-59" fmla="*/ 358192 w 358192"/>
                <a:gd name="connsiteY0-60" fmla="*/ 0 h 75010"/>
                <a:gd name="connsiteX1-61" fmla="*/ 320687 w 358192"/>
                <a:gd name="connsiteY1-62" fmla="*/ 75009 h 75010"/>
                <a:gd name="connsiteX2-63" fmla="*/ 0 w 358192"/>
                <a:gd name="connsiteY2-64" fmla="*/ 75010 h 75010"/>
              </a:gdLst>
              <a:ahLst/>
              <a:cxnLst>
                <a:cxn ang="0">
                  <a:pos x="connsiteX0-1" y="connsiteY0-2"/>
                </a:cxn>
                <a:cxn ang="0">
                  <a:pos x="connsiteX1-3" y="connsiteY1-4"/>
                </a:cxn>
                <a:cxn ang="0">
                  <a:pos x="connsiteX2-5" y="connsiteY2-6"/>
                </a:cxn>
              </a:cxnLst>
              <a:rect l="l" t="t" r="r" b="b"/>
              <a:pathLst>
                <a:path w="358192" h="75010">
                  <a:moveTo>
                    <a:pt x="358192" y="0"/>
                  </a:moveTo>
                  <a:lnTo>
                    <a:pt x="320687" y="75009"/>
                  </a:lnTo>
                  <a:lnTo>
                    <a:pt x="0" y="75010"/>
                  </a:lnTo>
                </a:path>
              </a:pathLst>
            </a:custGeom>
            <a:noFill/>
            <a:ln>
              <a:solidFill>
                <a:srgbClr val="00B0F0"/>
              </a:solidFill>
              <a:tailEnd type="diamond"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4" name="矩形 3">
              <a:extLst>
                <a:ext uri="{FF2B5EF4-FFF2-40B4-BE49-F238E27FC236}">
                  <a16:creationId xmlns:a16="http://schemas.microsoft.com/office/drawing/2014/main" id="{0D4D669B-7379-4E71-A075-304C1F5F0BDB}"/>
                </a:ext>
              </a:extLst>
            </p:cNvPr>
            <p:cNvSpPr/>
            <p:nvPr/>
          </p:nvSpPr>
          <p:spPr>
            <a:xfrm flipV="1">
              <a:off x="5411" y="53728"/>
              <a:ext cx="12186591" cy="737445"/>
            </a:xfrm>
            <a:prstGeom prst="rect">
              <a:avLst/>
            </a:prstGeom>
            <a:gradFill flip="none" rotWithShape="1">
              <a:gsLst>
                <a:gs pos="0">
                  <a:srgbClr val="00448E">
                    <a:alpha val="15000"/>
                  </a:srgbClr>
                </a:gs>
                <a:gs pos="49000">
                  <a:srgbClr val="00448E">
                    <a:alpha val="0"/>
                  </a:srgbClr>
                </a:gs>
              </a:gsLst>
              <a:lin ang="5400000" scaled="1"/>
              <a:tileRect/>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a:extLst>
                <a:ext uri="{FF2B5EF4-FFF2-40B4-BE49-F238E27FC236}">
                  <a16:creationId xmlns:a16="http://schemas.microsoft.com/office/drawing/2014/main" id="{0892780E-9AC2-43B5-A1FE-726912E7BD4C}"/>
                </a:ext>
              </a:extLst>
            </p:cNvPr>
            <p:cNvSpPr/>
            <p:nvPr/>
          </p:nvSpPr>
          <p:spPr>
            <a:xfrm>
              <a:off x="5411" y="762785"/>
              <a:ext cx="12229774" cy="45719"/>
            </a:xfrm>
            <a:prstGeom prst="rect">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mn-cs"/>
              </a:endParaRPr>
            </a:p>
          </p:txBody>
        </p:sp>
        <p:grpSp>
          <p:nvGrpSpPr>
            <p:cNvPr id="6" name="组合 5">
              <a:extLst>
                <a:ext uri="{FF2B5EF4-FFF2-40B4-BE49-F238E27FC236}">
                  <a16:creationId xmlns:a16="http://schemas.microsoft.com/office/drawing/2014/main" id="{86A9F835-D538-4769-9F72-33885700B9BF}"/>
                </a:ext>
              </a:extLst>
            </p:cNvPr>
            <p:cNvGrpSpPr/>
            <p:nvPr/>
          </p:nvGrpSpPr>
          <p:grpSpPr>
            <a:xfrm>
              <a:off x="-50432" y="682379"/>
              <a:ext cx="539237" cy="94600"/>
              <a:chOff x="-55843" y="628650"/>
              <a:chExt cx="539237" cy="94600"/>
            </a:xfrm>
          </p:grpSpPr>
          <p:sp>
            <p:nvSpPr>
              <p:cNvPr id="10" name="平行四边形 9">
                <a:extLst>
                  <a:ext uri="{FF2B5EF4-FFF2-40B4-BE49-F238E27FC236}">
                    <a16:creationId xmlns:a16="http://schemas.microsoft.com/office/drawing/2014/main" id="{9376FE65-4567-4F9C-9EB3-18D173668AC2}"/>
                  </a:ext>
                </a:extLst>
              </p:cNvPr>
              <p:cNvSpPr/>
              <p:nvPr/>
            </p:nvSpPr>
            <p:spPr>
              <a:xfrm flipH="1">
                <a:off x="-55843"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1" name="平行四边形 10">
                <a:extLst>
                  <a:ext uri="{FF2B5EF4-FFF2-40B4-BE49-F238E27FC236}">
                    <a16:creationId xmlns:a16="http://schemas.microsoft.com/office/drawing/2014/main" id="{732BB7AA-93D8-4CE6-8DC9-F4413CA22BA7}"/>
                  </a:ext>
                </a:extLst>
              </p:cNvPr>
              <p:cNvSpPr/>
              <p:nvPr/>
            </p:nvSpPr>
            <p:spPr>
              <a:xfrm flipH="1">
                <a:off x="29990"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2" name="平行四边形 11">
                <a:extLst>
                  <a:ext uri="{FF2B5EF4-FFF2-40B4-BE49-F238E27FC236}">
                    <a16:creationId xmlns:a16="http://schemas.microsoft.com/office/drawing/2014/main" id="{BD691D13-8D2F-48B1-AD8A-111BB1DFA12A}"/>
                  </a:ext>
                </a:extLst>
              </p:cNvPr>
              <p:cNvSpPr/>
              <p:nvPr/>
            </p:nvSpPr>
            <p:spPr>
              <a:xfrm flipH="1">
                <a:off x="115823"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3" name="平行四边形 12">
                <a:extLst>
                  <a:ext uri="{FF2B5EF4-FFF2-40B4-BE49-F238E27FC236}">
                    <a16:creationId xmlns:a16="http://schemas.microsoft.com/office/drawing/2014/main" id="{C9CC4DAE-2A65-4C39-B080-8ECF35DF02B8}"/>
                  </a:ext>
                </a:extLst>
              </p:cNvPr>
              <p:cNvSpPr/>
              <p:nvPr/>
            </p:nvSpPr>
            <p:spPr>
              <a:xfrm flipH="1">
                <a:off x="201656"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4" name="平行四边形 13">
                <a:extLst>
                  <a:ext uri="{FF2B5EF4-FFF2-40B4-BE49-F238E27FC236}">
                    <a16:creationId xmlns:a16="http://schemas.microsoft.com/office/drawing/2014/main" id="{6F718B15-B85A-4BFA-9139-2A9C1375CB27}"/>
                  </a:ext>
                </a:extLst>
              </p:cNvPr>
              <p:cNvSpPr/>
              <p:nvPr/>
            </p:nvSpPr>
            <p:spPr>
              <a:xfrm flipH="1">
                <a:off x="287489"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5" name="平行四边形 14">
                <a:extLst>
                  <a:ext uri="{FF2B5EF4-FFF2-40B4-BE49-F238E27FC236}">
                    <a16:creationId xmlns:a16="http://schemas.microsoft.com/office/drawing/2014/main" id="{4E8A7567-FF5D-447C-8F15-16612FE94775}"/>
                  </a:ext>
                </a:extLst>
              </p:cNvPr>
              <p:cNvSpPr/>
              <p:nvPr/>
            </p:nvSpPr>
            <p:spPr>
              <a:xfrm flipH="1">
                <a:off x="373320"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mn-cs"/>
                </a:endParaRPr>
              </a:p>
            </p:txBody>
          </p:sp>
        </p:grpSp>
        <p:sp>
          <p:nvSpPr>
            <p:cNvPr id="7" name="平行四边形 6">
              <a:extLst>
                <a:ext uri="{FF2B5EF4-FFF2-40B4-BE49-F238E27FC236}">
                  <a16:creationId xmlns:a16="http://schemas.microsoft.com/office/drawing/2014/main" id="{F4048D9C-3E19-4822-AFAC-382AF9220AF0}"/>
                </a:ext>
              </a:extLst>
            </p:cNvPr>
            <p:cNvSpPr/>
            <p:nvPr/>
          </p:nvSpPr>
          <p:spPr>
            <a:xfrm>
              <a:off x="514462" y="800588"/>
              <a:ext cx="69503" cy="31175"/>
            </a:xfrm>
            <a:prstGeom prst="parallelogram">
              <a:avLst>
                <a:gd name="adj" fmla="val 74000"/>
              </a:avLst>
            </a:prstGeom>
            <a:solidFill>
              <a:srgbClr val="00B0F0">
                <a:alpha val="30000"/>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8" name="平行四边形 7">
              <a:extLst>
                <a:ext uri="{FF2B5EF4-FFF2-40B4-BE49-F238E27FC236}">
                  <a16:creationId xmlns:a16="http://schemas.microsoft.com/office/drawing/2014/main" id="{1266295D-5FA5-4734-BB88-FF65228C0328}"/>
                </a:ext>
              </a:extLst>
            </p:cNvPr>
            <p:cNvSpPr/>
            <p:nvPr/>
          </p:nvSpPr>
          <p:spPr>
            <a:xfrm>
              <a:off x="445406" y="800588"/>
              <a:ext cx="69503" cy="31175"/>
            </a:xfrm>
            <a:prstGeom prst="parallelogram">
              <a:avLst>
                <a:gd name="adj" fmla="val 74000"/>
              </a:avLst>
            </a:prstGeom>
            <a:solidFill>
              <a:srgbClr val="00B0F0">
                <a:alpha val="20000"/>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9" name="平行四边形 8">
              <a:extLst>
                <a:ext uri="{FF2B5EF4-FFF2-40B4-BE49-F238E27FC236}">
                  <a16:creationId xmlns:a16="http://schemas.microsoft.com/office/drawing/2014/main" id="{A1EE1D20-4283-489F-84ED-AE16ABA7DCFA}"/>
                </a:ext>
              </a:extLst>
            </p:cNvPr>
            <p:cNvSpPr/>
            <p:nvPr/>
          </p:nvSpPr>
          <p:spPr>
            <a:xfrm>
              <a:off x="376350" y="800588"/>
              <a:ext cx="69503" cy="31175"/>
            </a:xfrm>
            <a:prstGeom prst="parallelogram">
              <a:avLst>
                <a:gd name="adj" fmla="val 74000"/>
              </a:avLst>
            </a:prstGeom>
            <a:solidFill>
              <a:srgbClr val="00B0F0">
                <a:alpha val="10000"/>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grpSp>
      <p:pic>
        <p:nvPicPr>
          <p:cNvPr id="16" name="图片 15">
            <a:extLst>
              <a:ext uri="{FF2B5EF4-FFF2-40B4-BE49-F238E27FC236}">
                <a16:creationId xmlns:a16="http://schemas.microsoft.com/office/drawing/2014/main" id="{9CF1AB28-5608-41E9-A83C-43E505C8BDE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64936" y="93145"/>
            <a:ext cx="3350597" cy="628003"/>
          </a:xfrm>
          <a:prstGeom prst="rect">
            <a:avLst/>
          </a:prstGeom>
        </p:spPr>
      </p:pic>
      <p:sp>
        <p:nvSpPr>
          <p:cNvPr id="17" name="TextBox 4">
            <a:extLst>
              <a:ext uri="{FF2B5EF4-FFF2-40B4-BE49-F238E27FC236}">
                <a16:creationId xmlns:a16="http://schemas.microsoft.com/office/drawing/2014/main" id="{C6CA6076-8512-49DC-82CE-D1D8DD1D6761}"/>
              </a:ext>
            </a:extLst>
          </p:cNvPr>
          <p:cNvSpPr txBox="1"/>
          <p:nvPr/>
        </p:nvSpPr>
        <p:spPr>
          <a:xfrm>
            <a:off x="190500" y="114300"/>
            <a:ext cx="5105400" cy="584775"/>
          </a:xfrm>
          <a:prstGeom prst="rect">
            <a:avLst/>
          </a:prstGeom>
          <a:noFill/>
          <a:ln>
            <a:noFill/>
          </a:ln>
        </p:spPr>
        <p:txBody>
          <a:bodyPr wrap="square" rtlCol="0">
            <a:spAutoFit/>
          </a:bodyPr>
          <a:lstStyle/>
          <a:p>
            <a:pPr>
              <a:defRPr/>
            </a:pPr>
            <a:r>
              <a:rPr lang="zh-CN" altLang="en-US" sz="3200" b="1" dirty="0">
                <a:latin typeface="Microsoft YaHei" panose="020B0503020204020204" pitchFamily="34" charset="-122"/>
                <a:ea typeface="Microsoft YaHei" panose="020B0503020204020204" pitchFamily="34" charset="-122"/>
                <a:sym typeface="+mn-ea"/>
              </a:rPr>
              <a:t>缓流与急流的定性判别</a:t>
            </a:r>
          </a:p>
        </p:txBody>
      </p:sp>
      <p:sp>
        <p:nvSpPr>
          <p:cNvPr id="18" name="文本框 17">
            <a:extLst>
              <a:ext uri="{FF2B5EF4-FFF2-40B4-BE49-F238E27FC236}">
                <a16:creationId xmlns:a16="http://schemas.microsoft.com/office/drawing/2014/main" id="{120271F8-33B8-4FDF-991F-B6488D2E0A68}"/>
              </a:ext>
            </a:extLst>
          </p:cNvPr>
          <p:cNvSpPr txBox="1">
            <a:spLocks noChangeArrowheads="1"/>
          </p:cNvSpPr>
          <p:nvPr/>
        </p:nvSpPr>
        <p:spPr bwMode="auto">
          <a:xfrm>
            <a:off x="230356" y="890593"/>
            <a:ext cx="2736304" cy="457200"/>
          </a:xfrm>
          <a:prstGeom prst="rect">
            <a:avLst/>
          </a:prstGeom>
          <a:solidFill>
            <a:schemeClr val="accent6">
              <a:lumMod val="20000"/>
              <a:lumOff val="80000"/>
            </a:schemeClr>
          </a:solidFill>
          <a:ln>
            <a:noFill/>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弗劳德相似准则：</a:t>
            </a:r>
            <a:endParaRPr lang="zh-CN" altLang="en-US" sz="2400" b="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9" name="文本框 18">
            <a:extLst>
              <a:ext uri="{FF2B5EF4-FFF2-40B4-BE49-F238E27FC236}">
                <a16:creationId xmlns:a16="http://schemas.microsoft.com/office/drawing/2014/main" id="{FF263292-2C2B-4B0C-B916-E53D67249517}"/>
              </a:ext>
            </a:extLst>
          </p:cNvPr>
          <p:cNvSpPr txBox="1"/>
          <p:nvPr/>
        </p:nvSpPr>
        <p:spPr>
          <a:xfrm>
            <a:off x="356495" y="1613111"/>
            <a:ext cx="8431009" cy="850939"/>
          </a:xfrm>
          <a:prstGeom prst="rect">
            <a:avLst/>
          </a:prstGeom>
          <a:solidFill>
            <a:schemeClr val="accent1"/>
          </a:solidFill>
        </p:spPr>
        <p:txBody>
          <a:bodyPr wrap="square">
            <a:spAutoFit/>
          </a:bodyPr>
          <a:lstStyle/>
          <a:p>
            <a:pPr>
              <a:lnSpc>
                <a:spcPct val="120000"/>
              </a:lnSpc>
            </a:pPr>
            <a:r>
              <a:rPr lang="zh-CN" altLang="en-US" sz="2200" dirty="0"/>
              <a:t>为保持两个流动系统在重力作用下的相似，两种流体的惯性力与重力成比例，即弗劳德数相等。</a:t>
            </a:r>
          </a:p>
        </p:txBody>
      </p:sp>
      <mc:AlternateContent xmlns:mc="http://schemas.openxmlformats.org/markup-compatibility/2006" xmlns:a14="http://schemas.microsoft.com/office/drawing/2010/main">
        <mc:Choice Requires="a14">
          <p:sp>
            <p:nvSpPr>
              <p:cNvPr id="20" name="对象 6166">
                <a:extLst>
                  <a:ext uri="{FF2B5EF4-FFF2-40B4-BE49-F238E27FC236}">
                    <a16:creationId xmlns:a16="http://schemas.microsoft.com/office/drawing/2014/main" id="{4BE5F52B-709A-4077-A008-4858015FFC50}"/>
                  </a:ext>
                </a:extLst>
              </p:cNvPr>
              <p:cNvSpPr txBox="1"/>
              <p:nvPr/>
            </p:nvSpPr>
            <p:spPr bwMode="auto">
              <a:xfrm>
                <a:off x="2431049" y="2578062"/>
                <a:ext cx="3168352" cy="850938"/>
              </a:xfrm>
              <a:prstGeom prst="rect">
                <a:avLst/>
              </a:prstGeom>
              <a:noFill/>
              <a:ln>
                <a:noFill/>
              </a:ln>
            </p:spPr>
            <p:txBody>
              <a:bodyPr>
                <a:noAutofit/>
              </a:bodyPr>
              <a:lstStyle/>
              <a:p>
                <a:pPr algn="ctr"/>
                <a14:m>
                  <m:oMath xmlns:m="http://schemas.openxmlformats.org/officeDocument/2006/math">
                    <m:f>
                      <m:fPr>
                        <m:ctrlPr>
                          <a:rPr lang="zh-CN" altLang="en-US" sz="2400" i="1">
                            <a:solidFill>
                              <a:srgbClr val="000000"/>
                            </a:solidFill>
                            <a:latin typeface="Cambria Math" panose="02040503050406030204" pitchFamily="18" charset="0"/>
                          </a:rPr>
                        </m:ctrlPr>
                      </m:fPr>
                      <m:num>
                        <m:sSub>
                          <m:sSubPr>
                            <m:ctrlPr>
                              <a:rPr lang="en-US" altLang="zh-CN" sz="2400" i="1" smtClean="0">
                                <a:solidFill>
                                  <a:srgbClr val="000000"/>
                                </a:solidFill>
                                <a:latin typeface="Cambria Math" panose="02040503050406030204" pitchFamily="18" charset="0"/>
                              </a:rPr>
                            </m:ctrlPr>
                          </m:sSubPr>
                          <m:e>
                            <m:r>
                              <a:rPr lang="en-US" altLang="zh-CN" sz="2400" b="1" i="1" smtClean="0">
                                <a:solidFill>
                                  <a:srgbClr val="000000"/>
                                </a:solidFill>
                                <a:latin typeface="Cambria Math" panose="02040503050406030204" pitchFamily="18" charset="0"/>
                              </a:rPr>
                              <m:t>𝒗</m:t>
                            </m:r>
                          </m:e>
                          <m:sub>
                            <m:r>
                              <a:rPr lang="en-US" altLang="zh-CN" sz="2400" b="1" i="1" smtClean="0">
                                <a:solidFill>
                                  <a:srgbClr val="000000"/>
                                </a:solidFill>
                                <a:latin typeface="Cambria Math" panose="02040503050406030204" pitchFamily="18" charset="0"/>
                              </a:rPr>
                              <m:t>𝒑</m:t>
                            </m:r>
                          </m:sub>
                        </m:sSub>
                      </m:num>
                      <m:den>
                        <m:rad>
                          <m:radPr>
                            <m:degHide m:val="on"/>
                            <m:ctrlPr>
                              <a:rPr lang="zh-CN" altLang="en-US" sz="2400" i="1">
                                <a:solidFill>
                                  <a:srgbClr val="000000"/>
                                </a:solidFill>
                                <a:latin typeface="Cambria Math" panose="02040503050406030204" pitchFamily="18" charset="0"/>
                              </a:rPr>
                            </m:ctrlPr>
                          </m:radPr>
                          <m:deg/>
                          <m:e>
                            <m:sSub>
                              <m:sSubPr>
                                <m:ctrlPr>
                                  <a:rPr lang="en-US" altLang="zh-CN" sz="2400" i="1" smtClean="0">
                                    <a:solidFill>
                                      <a:srgbClr val="000000"/>
                                    </a:solidFill>
                                    <a:latin typeface="Cambria Math" panose="02040503050406030204" pitchFamily="18" charset="0"/>
                                  </a:rPr>
                                </m:ctrlPr>
                              </m:sSubPr>
                              <m:e>
                                <m:r>
                                  <a:rPr lang="en-US" altLang="zh-CN" sz="2400" b="1" i="1" smtClean="0">
                                    <a:solidFill>
                                      <a:srgbClr val="000000"/>
                                    </a:solidFill>
                                    <a:latin typeface="Cambria Math" panose="02040503050406030204" pitchFamily="18" charset="0"/>
                                  </a:rPr>
                                  <m:t>𝒈</m:t>
                                </m:r>
                              </m:e>
                              <m:sub>
                                <m:r>
                                  <a:rPr lang="en-US" altLang="zh-CN" sz="2400" b="1" i="1" smtClean="0">
                                    <a:solidFill>
                                      <a:srgbClr val="000000"/>
                                    </a:solidFill>
                                    <a:latin typeface="Cambria Math" panose="02040503050406030204" pitchFamily="18" charset="0"/>
                                  </a:rPr>
                                  <m:t>𝒑</m:t>
                                </m:r>
                              </m:sub>
                            </m:sSub>
                            <m:sSub>
                              <m:sSubPr>
                                <m:ctrlPr>
                                  <a:rPr lang="en-US" altLang="zh-CN" sz="2400" i="1" smtClean="0">
                                    <a:solidFill>
                                      <a:srgbClr val="000000"/>
                                    </a:solidFill>
                                    <a:latin typeface="Cambria Math" panose="02040503050406030204" pitchFamily="18" charset="0"/>
                                  </a:rPr>
                                </m:ctrlPr>
                              </m:sSubPr>
                              <m:e>
                                <m:r>
                                  <a:rPr lang="en-US" altLang="zh-CN" sz="2400" b="1" i="1" smtClean="0">
                                    <a:solidFill>
                                      <a:srgbClr val="000000"/>
                                    </a:solidFill>
                                    <a:latin typeface="Cambria Math" panose="02040503050406030204" pitchFamily="18" charset="0"/>
                                  </a:rPr>
                                  <m:t>𝑳</m:t>
                                </m:r>
                              </m:e>
                              <m:sub>
                                <m:r>
                                  <a:rPr lang="en-US" altLang="zh-CN" sz="2400" b="1" i="1" smtClean="0">
                                    <a:solidFill>
                                      <a:srgbClr val="000000"/>
                                    </a:solidFill>
                                    <a:latin typeface="Cambria Math" panose="02040503050406030204" pitchFamily="18" charset="0"/>
                                  </a:rPr>
                                  <m:t>𝒑</m:t>
                                </m:r>
                              </m:sub>
                            </m:sSub>
                          </m:e>
                        </m:rad>
                      </m:den>
                    </m:f>
                  </m:oMath>
                </a14:m>
                <a:r>
                  <a:rPr lang="en-US" altLang="zh-CN" sz="2400" dirty="0"/>
                  <a:t>=</a:t>
                </a:r>
                <a:r>
                  <a:rPr lang="zh-CN" altLang="en-US" sz="2400" dirty="0">
                    <a:solidFill>
                      <a:srgbClr val="000000"/>
                    </a:solidFill>
                  </a:rPr>
                  <a:t> </a:t>
                </a:r>
                <a14:m>
                  <m:oMath xmlns:m="http://schemas.openxmlformats.org/officeDocument/2006/math">
                    <m:f>
                      <m:fPr>
                        <m:ctrlPr>
                          <a:rPr lang="zh-CN" altLang="en-US" sz="2400" i="1">
                            <a:solidFill>
                              <a:srgbClr val="000000"/>
                            </a:solidFill>
                            <a:latin typeface="Cambria Math" panose="02040503050406030204" pitchFamily="18" charset="0"/>
                          </a:rPr>
                        </m:ctrlPr>
                      </m:fPr>
                      <m:num>
                        <m:sSub>
                          <m:sSubPr>
                            <m:ctrlPr>
                              <a:rPr lang="en-US" altLang="zh-CN" sz="2400" i="1">
                                <a:solidFill>
                                  <a:srgbClr val="000000"/>
                                </a:solidFill>
                                <a:latin typeface="Cambria Math" panose="02040503050406030204" pitchFamily="18" charset="0"/>
                              </a:rPr>
                            </m:ctrlPr>
                          </m:sSubPr>
                          <m:e>
                            <m:r>
                              <a:rPr lang="en-US" altLang="zh-CN" sz="2400" b="1" i="1">
                                <a:solidFill>
                                  <a:srgbClr val="000000"/>
                                </a:solidFill>
                                <a:latin typeface="Cambria Math" panose="02040503050406030204" pitchFamily="18" charset="0"/>
                              </a:rPr>
                              <m:t>𝒗</m:t>
                            </m:r>
                          </m:e>
                          <m:sub>
                            <m:r>
                              <a:rPr lang="en-US" altLang="zh-CN" sz="2400" b="1" i="1" smtClean="0">
                                <a:solidFill>
                                  <a:srgbClr val="000000"/>
                                </a:solidFill>
                                <a:latin typeface="Cambria Math" panose="02040503050406030204" pitchFamily="18" charset="0"/>
                              </a:rPr>
                              <m:t>𝒎</m:t>
                            </m:r>
                          </m:sub>
                        </m:sSub>
                      </m:num>
                      <m:den>
                        <m:rad>
                          <m:radPr>
                            <m:degHide m:val="on"/>
                            <m:ctrlPr>
                              <a:rPr lang="zh-CN" altLang="en-US" sz="2400" i="1">
                                <a:solidFill>
                                  <a:srgbClr val="000000"/>
                                </a:solidFill>
                                <a:latin typeface="Cambria Math" panose="02040503050406030204" pitchFamily="18" charset="0"/>
                              </a:rPr>
                            </m:ctrlPr>
                          </m:radPr>
                          <m:deg/>
                          <m:e>
                            <m:sSub>
                              <m:sSubPr>
                                <m:ctrlPr>
                                  <a:rPr lang="en-US" altLang="zh-CN" sz="2400" i="1">
                                    <a:solidFill>
                                      <a:srgbClr val="000000"/>
                                    </a:solidFill>
                                    <a:latin typeface="Cambria Math" panose="02040503050406030204" pitchFamily="18" charset="0"/>
                                  </a:rPr>
                                </m:ctrlPr>
                              </m:sSubPr>
                              <m:e>
                                <m:r>
                                  <a:rPr lang="en-US" altLang="zh-CN" sz="2400" b="1" i="1">
                                    <a:solidFill>
                                      <a:srgbClr val="000000"/>
                                    </a:solidFill>
                                    <a:latin typeface="Cambria Math" panose="02040503050406030204" pitchFamily="18" charset="0"/>
                                  </a:rPr>
                                  <m:t>𝒈</m:t>
                                </m:r>
                              </m:e>
                              <m:sub>
                                <m:r>
                                  <a:rPr lang="en-US" altLang="zh-CN" sz="2400" b="1" i="1" smtClean="0">
                                    <a:solidFill>
                                      <a:srgbClr val="000000"/>
                                    </a:solidFill>
                                    <a:latin typeface="Cambria Math" panose="02040503050406030204" pitchFamily="18" charset="0"/>
                                  </a:rPr>
                                  <m:t>𝒎</m:t>
                                </m:r>
                              </m:sub>
                            </m:sSub>
                            <m:sSub>
                              <m:sSubPr>
                                <m:ctrlPr>
                                  <a:rPr lang="en-US" altLang="zh-CN" sz="2400" i="1">
                                    <a:solidFill>
                                      <a:srgbClr val="000000"/>
                                    </a:solidFill>
                                    <a:latin typeface="Cambria Math" panose="02040503050406030204" pitchFamily="18" charset="0"/>
                                  </a:rPr>
                                </m:ctrlPr>
                              </m:sSubPr>
                              <m:e>
                                <m:r>
                                  <a:rPr lang="en-US" altLang="zh-CN" sz="2400" b="1" i="1">
                                    <a:solidFill>
                                      <a:srgbClr val="000000"/>
                                    </a:solidFill>
                                    <a:latin typeface="Cambria Math" panose="02040503050406030204" pitchFamily="18" charset="0"/>
                                  </a:rPr>
                                  <m:t>𝑳</m:t>
                                </m:r>
                              </m:e>
                              <m:sub>
                                <m:r>
                                  <a:rPr lang="en-US" altLang="zh-CN" sz="2400" b="1" i="1" smtClean="0">
                                    <a:solidFill>
                                      <a:srgbClr val="000000"/>
                                    </a:solidFill>
                                    <a:latin typeface="Cambria Math" panose="02040503050406030204" pitchFamily="18" charset="0"/>
                                  </a:rPr>
                                  <m:t>𝒎</m:t>
                                </m:r>
                              </m:sub>
                            </m:sSub>
                          </m:e>
                        </m:rad>
                      </m:den>
                    </m:f>
                  </m:oMath>
                </a14:m>
                <a:r>
                  <a:rPr lang="en-US" altLang="zh-CN" sz="2400" dirty="0"/>
                  <a:t>=</a:t>
                </a:r>
                <a14:m>
                  <m:oMath xmlns:m="http://schemas.openxmlformats.org/officeDocument/2006/math">
                    <m:r>
                      <a:rPr lang="zh-CN" altLang="en-US" sz="2400" b="1" i="1">
                        <a:solidFill>
                          <a:srgbClr val="000000"/>
                        </a:solidFill>
                        <a:latin typeface="Cambria Math" panose="02040503050406030204" pitchFamily="18" charset="0"/>
                      </a:rPr>
                      <m:t>𝑭𝒓</m:t>
                    </m:r>
                  </m:oMath>
                </a14:m>
                <a:endParaRPr lang="zh-CN" altLang="en-US" sz="2400" dirty="0"/>
              </a:p>
            </p:txBody>
          </p:sp>
        </mc:Choice>
        <mc:Fallback xmlns="">
          <p:sp>
            <p:nvSpPr>
              <p:cNvPr id="20" name="对象 6166">
                <a:extLst>
                  <a:ext uri="{FF2B5EF4-FFF2-40B4-BE49-F238E27FC236}">
                    <a16:creationId xmlns:a16="http://schemas.microsoft.com/office/drawing/2014/main" id="{4BE5F52B-709A-4077-A008-4858015FFC50}"/>
                  </a:ext>
                </a:extLst>
              </p:cNvPr>
              <p:cNvSpPr txBox="1">
                <a:spLocks noRot="1" noChangeAspect="1" noMove="1" noResize="1" noEditPoints="1" noAdjustHandles="1" noChangeArrowheads="1" noChangeShapeType="1" noTextEdit="1"/>
              </p:cNvSpPr>
              <p:nvPr/>
            </p:nvSpPr>
            <p:spPr bwMode="auto">
              <a:xfrm>
                <a:off x="2431049" y="2578062"/>
                <a:ext cx="3168352" cy="850938"/>
              </a:xfrm>
              <a:prstGeom prst="rect">
                <a:avLst/>
              </a:prstGeom>
              <a:blipFill>
                <a:blip r:embed="rId4"/>
                <a:stretch>
                  <a:fillRect/>
                </a:stretch>
              </a:blipFill>
              <a:ln>
                <a:noFill/>
              </a:ln>
            </p:spPr>
            <p:txBody>
              <a:bodyPr/>
              <a:lstStyle/>
              <a:p>
                <a:r>
                  <a:rPr lang="zh-CN" altLang="en-US">
                    <a:noFill/>
                  </a:rPr>
                  <a:t> </a:t>
                </a:r>
              </a:p>
            </p:txBody>
          </p:sp>
        </mc:Fallback>
      </mc:AlternateContent>
      <p:sp>
        <p:nvSpPr>
          <p:cNvPr id="21" name="文本框 20">
            <a:extLst>
              <a:ext uri="{FF2B5EF4-FFF2-40B4-BE49-F238E27FC236}">
                <a16:creationId xmlns:a16="http://schemas.microsoft.com/office/drawing/2014/main" id="{2815B910-39FC-4643-9E29-66A02462030C}"/>
              </a:ext>
            </a:extLst>
          </p:cNvPr>
          <p:cNvSpPr txBox="1"/>
          <p:nvPr/>
        </p:nvSpPr>
        <p:spPr>
          <a:xfrm>
            <a:off x="467544" y="3448521"/>
            <a:ext cx="8431009" cy="866006"/>
          </a:xfrm>
          <a:prstGeom prst="rect">
            <a:avLst/>
          </a:prstGeom>
          <a:noFill/>
        </p:spPr>
        <p:txBody>
          <a:bodyPr wrap="square">
            <a:spAutoFit/>
          </a:bodyPr>
          <a:lstStyle/>
          <a:p>
            <a:pPr>
              <a:lnSpc>
                <a:spcPct val="120000"/>
              </a:lnSpc>
            </a:pPr>
            <a:r>
              <a:rPr lang="zh-CN" altLang="en-US" sz="2200" dirty="0">
                <a:latin typeface="Times New Roman" panose="02020603050405020304" pitchFamily="18" charset="0"/>
                <a:cs typeface="Times New Roman" panose="02020603050405020304" pitchFamily="18" charset="0"/>
              </a:rPr>
              <a:t>式中：</a:t>
            </a:r>
            <a:r>
              <a:rPr lang="en-US" altLang="zh-CN" sz="2200" i="1" dirty="0">
                <a:latin typeface="Times New Roman" panose="02020603050405020304" pitchFamily="18" charset="0"/>
                <a:cs typeface="Times New Roman" panose="02020603050405020304" pitchFamily="18" charset="0"/>
              </a:rPr>
              <a:t>v</a:t>
            </a:r>
            <a:r>
              <a:rPr lang="zh-CN" altLang="en-US" sz="2200" dirty="0">
                <a:latin typeface="Times New Roman" panose="02020603050405020304" pitchFamily="18" charset="0"/>
                <a:cs typeface="Times New Roman" panose="02020603050405020304" pitchFamily="18" charset="0"/>
              </a:rPr>
              <a:t>为流速，</a:t>
            </a:r>
            <a:r>
              <a:rPr lang="en-US" altLang="zh-CN" sz="2200" i="1" dirty="0">
                <a:latin typeface="Times New Roman" panose="02020603050405020304" pitchFamily="18" charset="0"/>
                <a:cs typeface="Times New Roman" panose="02020603050405020304" pitchFamily="18" charset="0"/>
              </a:rPr>
              <a:t>g</a:t>
            </a:r>
            <a:r>
              <a:rPr lang="zh-CN" altLang="en-US" sz="2200" dirty="0">
                <a:latin typeface="Times New Roman" panose="02020603050405020304" pitchFamily="18" charset="0"/>
                <a:cs typeface="Times New Roman" panose="02020603050405020304" pitchFamily="18" charset="0"/>
              </a:rPr>
              <a:t>为重力加速度，</a:t>
            </a:r>
            <a:r>
              <a:rPr lang="en-US" altLang="zh-CN" sz="2200" i="1" dirty="0">
                <a:latin typeface="Times New Roman" panose="02020603050405020304" pitchFamily="18" charset="0"/>
                <a:cs typeface="Times New Roman" panose="02020603050405020304" pitchFamily="18" charset="0"/>
              </a:rPr>
              <a:t>Fr</a:t>
            </a:r>
            <a:r>
              <a:rPr lang="zh-CN" altLang="en-US" sz="2200" dirty="0">
                <a:latin typeface="Times New Roman" panose="02020603050405020304" pitchFamily="18" charset="0"/>
                <a:cs typeface="Times New Roman" panose="02020603050405020304" pitchFamily="18" charset="0"/>
              </a:rPr>
              <a:t>为弗劳德数，下标</a:t>
            </a:r>
            <a:r>
              <a:rPr lang="en-US" altLang="zh-CN" sz="2200" i="1" dirty="0">
                <a:latin typeface="Times New Roman" panose="02020603050405020304" pitchFamily="18" charset="0"/>
                <a:cs typeface="Times New Roman" panose="02020603050405020304" pitchFamily="18" charset="0"/>
              </a:rPr>
              <a:t>p</a:t>
            </a:r>
            <a:r>
              <a:rPr lang="zh-CN" altLang="en-US"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m</a:t>
            </a:r>
            <a:r>
              <a:rPr lang="zh-CN" altLang="en-US" sz="2200" dirty="0">
                <a:latin typeface="Times New Roman" panose="02020603050405020304" pitchFamily="18" charset="0"/>
                <a:cs typeface="Times New Roman" panose="02020603050405020304" pitchFamily="18" charset="0"/>
              </a:rPr>
              <a:t>分别代表原型和模型。</a:t>
            </a:r>
          </a:p>
        </p:txBody>
      </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2766DEDD-A515-43C9-92DC-CB223D759543}"/>
                  </a:ext>
                </a:extLst>
              </p:cNvPr>
              <p:cNvSpPr txBox="1"/>
              <p:nvPr/>
            </p:nvSpPr>
            <p:spPr>
              <a:xfrm>
                <a:off x="467544" y="4413471"/>
                <a:ext cx="8431009" cy="555152"/>
              </a:xfrm>
              <a:prstGeom prst="rect">
                <a:avLst/>
              </a:prstGeom>
              <a:solidFill>
                <a:schemeClr val="accent1"/>
              </a:solidFill>
            </p:spPr>
            <p:txBody>
              <a:bodyPr wrap="square">
                <a:spAutoFit/>
              </a:bodyPr>
              <a:lstStyle/>
              <a:p>
                <a:pPr>
                  <a:lnSpc>
                    <a:spcPct val="120000"/>
                  </a:lnSpc>
                </a:pPr>
                <a:r>
                  <a:rPr lang="zh-CN" altLang="en-US" sz="2200" dirty="0">
                    <a:latin typeface="Times New Roman" panose="02020603050405020304" pitchFamily="18" charset="0"/>
                    <a:cs typeface="Times New Roman" panose="02020603050405020304" pitchFamily="18" charset="0"/>
                  </a:rPr>
                  <a:t>若选定长度比尺</a:t>
                </a:r>
                <a14:m>
                  <m:oMath xmlns:m="http://schemas.openxmlformats.org/officeDocument/2006/math">
                    <m:sSub>
                      <m:sSubPr>
                        <m:ctrlPr>
                          <a:rPr lang="en-US" altLang="zh-CN" sz="2400" i="1" smtClean="0">
                            <a:solidFill>
                              <a:srgbClr val="0000FF"/>
                            </a:solidFill>
                            <a:latin typeface="Cambria Math" panose="02040503050406030204" pitchFamily="18" charset="0"/>
                          </a:rPr>
                        </m:ctrlPr>
                      </m:sSubPr>
                      <m:e>
                        <m:r>
                          <a:rPr lang="en-US" altLang="zh-CN" sz="2400" b="1" i="1" smtClean="0">
                            <a:solidFill>
                              <a:srgbClr val="0000FF"/>
                            </a:solidFill>
                            <a:latin typeface="Cambria Math" panose="02040503050406030204" pitchFamily="18" charset="0"/>
                          </a:rPr>
                          <m:t>𝑳</m:t>
                        </m:r>
                      </m:e>
                      <m:sub>
                        <m:r>
                          <a:rPr lang="en-US" altLang="zh-CN" sz="2400" b="1" i="1" smtClean="0">
                            <a:solidFill>
                              <a:srgbClr val="0000FF"/>
                            </a:solidFill>
                            <a:latin typeface="Cambria Math" panose="02040503050406030204" pitchFamily="18" charset="0"/>
                          </a:rPr>
                          <m:t>𝒓</m:t>
                        </m:r>
                      </m:sub>
                    </m:sSub>
                    <m:r>
                      <a:rPr lang="en-US" altLang="zh-CN" sz="2400" b="1" i="1" smtClean="0">
                        <a:solidFill>
                          <a:srgbClr val="0000FF"/>
                        </a:solidFill>
                        <a:latin typeface="Cambria Math" panose="02040503050406030204" pitchFamily="18" charset="0"/>
                      </a:rPr>
                      <m:t>=</m:t>
                    </m:r>
                    <m:f>
                      <m:fPr>
                        <m:type m:val="lin"/>
                        <m:ctrlPr>
                          <a:rPr lang="en-US" altLang="zh-CN" sz="2400" b="1" i="1" smtClean="0">
                            <a:solidFill>
                              <a:srgbClr val="0000FF"/>
                            </a:solidFill>
                            <a:latin typeface="Cambria Math" panose="02040503050406030204" pitchFamily="18" charset="0"/>
                          </a:rPr>
                        </m:ctrlPr>
                      </m:fPr>
                      <m:num>
                        <m:sSub>
                          <m:sSubPr>
                            <m:ctrlPr>
                              <a:rPr lang="en-US" altLang="zh-CN" sz="2400" b="1" i="1" smtClean="0">
                                <a:solidFill>
                                  <a:srgbClr val="0000FF"/>
                                </a:solidFill>
                                <a:latin typeface="Cambria Math" panose="02040503050406030204" pitchFamily="18" charset="0"/>
                              </a:rPr>
                            </m:ctrlPr>
                          </m:sSubPr>
                          <m:e>
                            <m:r>
                              <a:rPr lang="en-US" altLang="zh-CN" sz="2400" b="1" i="1" smtClean="0">
                                <a:solidFill>
                                  <a:srgbClr val="0000FF"/>
                                </a:solidFill>
                                <a:latin typeface="Cambria Math" panose="02040503050406030204" pitchFamily="18" charset="0"/>
                              </a:rPr>
                              <m:t>𝑳</m:t>
                            </m:r>
                          </m:e>
                          <m:sub>
                            <m:r>
                              <a:rPr lang="en-US" altLang="zh-CN" sz="2400" b="1" i="1" smtClean="0">
                                <a:solidFill>
                                  <a:srgbClr val="0000FF"/>
                                </a:solidFill>
                                <a:latin typeface="Cambria Math" panose="02040503050406030204" pitchFamily="18" charset="0"/>
                              </a:rPr>
                              <m:t>𝒑</m:t>
                            </m:r>
                          </m:sub>
                        </m:sSub>
                      </m:num>
                      <m:den>
                        <m:sSub>
                          <m:sSubPr>
                            <m:ctrlPr>
                              <a:rPr lang="en-US" altLang="zh-CN" sz="2400" b="1" i="1" smtClean="0">
                                <a:solidFill>
                                  <a:srgbClr val="0000FF"/>
                                </a:solidFill>
                                <a:latin typeface="Cambria Math" panose="02040503050406030204" pitchFamily="18" charset="0"/>
                              </a:rPr>
                            </m:ctrlPr>
                          </m:sSubPr>
                          <m:e>
                            <m:r>
                              <a:rPr lang="en-US" altLang="zh-CN" sz="2400" b="1" i="1" smtClean="0">
                                <a:solidFill>
                                  <a:srgbClr val="0000FF"/>
                                </a:solidFill>
                                <a:latin typeface="Cambria Math" panose="02040503050406030204" pitchFamily="18" charset="0"/>
                              </a:rPr>
                              <m:t>𝑳</m:t>
                            </m:r>
                          </m:e>
                          <m:sub>
                            <m:r>
                              <a:rPr lang="en-US" altLang="zh-CN" sz="2400" b="1" i="1" smtClean="0">
                                <a:solidFill>
                                  <a:srgbClr val="0000FF"/>
                                </a:solidFill>
                                <a:latin typeface="Cambria Math" panose="02040503050406030204" pitchFamily="18" charset="0"/>
                              </a:rPr>
                              <m:t>𝒎</m:t>
                            </m:r>
                          </m:sub>
                        </m:sSub>
                      </m:den>
                    </m:f>
                    <m:r>
                      <a:rPr lang="zh-CN" altLang="en-US" sz="2400" i="1">
                        <a:solidFill>
                          <a:srgbClr val="000000"/>
                        </a:solidFill>
                        <a:latin typeface="Cambria Math" panose="02040503050406030204" pitchFamily="18" charset="0"/>
                      </a:rPr>
                      <m:t>，</m:t>
                    </m:r>
                  </m:oMath>
                </a14:m>
                <a:r>
                  <a:rPr lang="zh-CN" altLang="en-US" sz="2200" dirty="0">
                    <a:latin typeface="Times New Roman" panose="02020603050405020304" pitchFamily="18" charset="0"/>
                    <a:cs typeface="Times New Roman" panose="02020603050405020304" pitchFamily="18" charset="0"/>
                  </a:rPr>
                  <a:t>则：</a:t>
                </a:r>
                <a:endParaRPr lang="en-US" altLang="zh-CN" sz="2200" dirty="0">
                  <a:latin typeface="Times New Roman" panose="02020603050405020304" pitchFamily="18" charset="0"/>
                  <a:cs typeface="Times New Roman" panose="02020603050405020304" pitchFamily="18" charset="0"/>
                </a:endParaRPr>
              </a:p>
            </p:txBody>
          </p:sp>
        </mc:Choice>
        <mc:Fallback xmlns="">
          <p:sp>
            <p:nvSpPr>
              <p:cNvPr id="22" name="文本框 21">
                <a:extLst>
                  <a:ext uri="{FF2B5EF4-FFF2-40B4-BE49-F238E27FC236}">
                    <a16:creationId xmlns:a16="http://schemas.microsoft.com/office/drawing/2014/main" id="{2766DEDD-A515-43C9-92DC-CB223D759543}"/>
                  </a:ext>
                </a:extLst>
              </p:cNvPr>
              <p:cNvSpPr txBox="1">
                <a:spLocks noRot="1" noChangeAspect="1" noMove="1" noResize="1" noEditPoints="1" noAdjustHandles="1" noChangeArrowheads="1" noChangeShapeType="1" noTextEdit="1"/>
              </p:cNvSpPr>
              <p:nvPr/>
            </p:nvSpPr>
            <p:spPr>
              <a:xfrm>
                <a:off x="467544" y="4413471"/>
                <a:ext cx="8431009" cy="555152"/>
              </a:xfrm>
              <a:prstGeom prst="rect">
                <a:avLst/>
              </a:prstGeom>
              <a:blipFill>
                <a:blip r:embed="rId5"/>
                <a:stretch>
                  <a:fillRect l="-940" t="-93407" b="-1538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97852884-41DB-47CF-8018-17D3F850409F}"/>
                  </a:ext>
                </a:extLst>
              </p:cNvPr>
              <p:cNvSpPr txBox="1"/>
              <p:nvPr/>
            </p:nvSpPr>
            <p:spPr>
              <a:xfrm>
                <a:off x="2483768" y="5067567"/>
                <a:ext cx="4213576" cy="1618456"/>
              </a:xfrm>
              <a:prstGeom prst="rect">
                <a:avLst/>
              </a:prstGeom>
              <a:noFill/>
            </p:spPr>
            <p:txBody>
              <a:bodyPr wrap="square">
                <a:spAutoFit/>
              </a:bodyPr>
              <a:lstStyle/>
              <a:p>
                <a:pPr>
                  <a:lnSpc>
                    <a:spcPct val="150000"/>
                  </a:lnSpc>
                </a:pPr>
                <a:r>
                  <a:rPr lang="zh-CN" altLang="en-US" sz="2200" dirty="0">
                    <a:latin typeface="Times New Roman" panose="02020603050405020304" pitchFamily="18" charset="0"/>
                    <a:cs typeface="Times New Roman" panose="02020603050405020304" pitchFamily="18" charset="0"/>
                  </a:rPr>
                  <a:t>流速比尺，</a:t>
                </a:r>
                <a:r>
                  <a:rPr lang="en-US" altLang="zh-CN" sz="2200" dirty="0">
                    <a:solidFill>
                      <a:srgbClr val="0000FF"/>
                    </a:solidFill>
                  </a:rPr>
                  <a:t> </a:t>
                </a:r>
                <a14:m>
                  <m:oMath xmlns:m="http://schemas.openxmlformats.org/officeDocument/2006/math">
                    <m:sSub>
                      <m:sSubPr>
                        <m:ctrlPr>
                          <a:rPr lang="en-US" altLang="zh-CN" sz="2200" i="1" smtClean="0">
                            <a:solidFill>
                              <a:srgbClr val="0000FF"/>
                            </a:solidFill>
                            <a:latin typeface="Cambria Math" panose="02040503050406030204" pitchFamily="18" charset="0"/>
                          </a:rPr>
                        </m:ctrlPr>
                      </m:sSubPr>
                      <m:e>
                        <m:r>
                          <a:rPr lang="en-US" altLang="zh-CN" sz="2200" b="1" i="1" smtClean="0">
                            <a:solidFill>
                              <a:srgbClr val="0000FF"/>
                            </a:solidFill>
                            <a:latin typeface="Cambria Math" panose="02040503050406030204" pitchFamily="18" charset="0"/>
                          </a:rPr>
                          <m:t>𝒖</m:t>
                        </m:r>
                      </m:e>
                      <m:sub>
                        <m:r>
                          <a:rPr lang="en-US" altLang="zh-CN" sz="2200" b="1" i="1" smtClean="0">
                            <a:solidFill>
                              <a:srgbClr val="0000FF"/>
                            </a:solidFill>
                            <a:latin typeface="Cambria Math" panose="02040503050406030204" pitchFamily="18" charset="0"/>
                          </a:rPr>
                          <m:t>𝒓</m:t>
                        </m:r>
                      </m:sub>
                    </m:sSub>
                    <m:r>
                      <a:rPr lang="en-US" altLang="zh-CN" sz="2200" b="1" i="1" smtClean="0">
                        <a:solidFill>
                          <a:srgbClr val="0000FF"/>
                        </a:solidFill>
                        <a:latin typeface="Cambria Math" panose="02040503050406030204" pitchFamily="18" charset="0"/>
                      </a:rPr>
                      <m:t>=</m:t>
                    </m:r>
                    <m:sSubSup>
                      <m:sSubSupPr>
                        <m:ctrlPr>
                          <a:rPr lang="en-US" altLang="zh-CN" sz="2200" b="1" i="1" smtClean="0">
                            <a:solidFill>
                              <a:srgbClr val="0000FF"/>
                            </a:solidFill>
                            <a:latin typeface="Cambria Math" panose="02040503050406030204" pitchFamily="18" charset="0"/>
                          </a:rPr>
                        </m:ctrlPr>
                      </m:sSubSupPr>
                      <m:e>
                        <m:r>
                          <a:rPr lang="en-US" altLang="zh-CN" sz="2200" b="1" i="1" smtClean="0">
                            <a:solidFill>
                              <a:srgbClr val="0000FF"/>
                            </a:solidFill>
                            <a:latin typeface="Cambria Math" panose="02040503050406030204" pitchFamily="18" charset="0"/>
                          </a:rPr>
                          <m:t>𝑳</m:t>
                        </m:r>
                      </m:e>
                      <m:sub>
                        <m:r>
                          <a:rPr lang="en-US" altLang="zh-CN" sz="2200" b="1" i="1" smtClean="0">
                            <a:solidFill>
                              <a:srgbClr val="0000FF"/>
                            </a:solidFill>
                            <a:latin typeface="Cambria Math" panose="02040503050406030204" pitchFamily="18" charset="0"/>
                          </a:rPr>
                          <m:t>𝒓</m:t>
                        </m:r>
                      </m:sub>
                      <m:sup>
                        <m:r>
                          <a:rPr lang="en-US" altLang="zh-CN" sz="2200" b="1" i="1" smtClean="0">
                            <a:solidFill>
                              <a:srgbClr val="0000FF"/>
                            </a:solidFill>
                            <a:latin typeface="Cambria Math" panose="02040503050406030204" pitchFamily="18" charset="0"/>
                          </a:rPr>
                          <m:t>𝟎</m:t>
                        </m:r>
                        <m:r>
                          <a:rPr lang="en-US" altLang="zh-CN" sz="2200" b="1" i="1" smtClean="0">
                            <a:solidFill>
                              <a:srgbClr val="0000FF"/>
                            </a:solidFill>
                            <a:latin typeface="Cambria Math" panose="02040503050406030204" pitchFamily="18" charset="0"/>
                          </a:rPr>
                          <m:t>.</m:t>
                        </m:r>
                        <m:r>
                          <a:rPr lang="en-US" altLang="zh-CN" sz="2200" b="1" i="1" smtClean="0">
                            <a:solidFill>
                              <a:srgbClr val="0000FF"/>
                            </a:solidFill>
                            <a:latin typeface="Cambria Math" panose="02040503050406030204" pitchFamily="18" charset="0"/>
                          </a:rPr>
                          <m:t>𝟓</m:t>
                        </m:r>
                      </m:sup>
                    </m:sSubSup>
                  </m:oMath>
                </a14:m>
                <a:endParaRPr lang="en-US" altLang="zh-CN" sz="2200" dirty="0">
                  <a:solidFill>
                    <a:srgbClr val="0000FF"/>
                  </a:solidFill>
                  <a:latin typeface="Times New Roman" panose="02020603050405020304" pitchFamily="18" charset="0"/>
                  <a:cs typeface="Times New Roman" panose="02020603050405020304" pitchFamily="18" charset="0"/>
                </a:endParaRPr>
              </a:p>
              <a:p>
                <a:pPr>
                  <a:lnSpc>
                    <a:spcPct val="150000"/>
                  </a:lnSpc>
                </a:pPr>
                <a:r>
                  <a:rPr lang="zh-CN" altLang="en-US" sz="2200" dirty="0">
                    <a:latin typeface="Times New Roman" panose="02020603050405020304" pitchFamily="18" charset="0"/>
                    <a:cs typeface="Times New Roman" panose="02020603050405020304" pitchFamily="18" charset="0"/>
                  </a:rPr>
                  <a:t>流量比尺，</a:t>
                </a:r>
                <a:r>
                  <a:rPr lang="en-US" altLang="zh-CN" sz="2200" dirty="0">
                    <a:solidFill>
                      <a:srgbClr val="0000FF"/>
                    </a:solidFill>
                  </a:rPr>
                  <a:t> </a:t>
                </a:r>
                <a14:m>
                  <m:oMath xmlns:m="http://schemas.openxmlformats.org/officeDocument/2006/math">
                    <m:sSub>
                      <m:sSubPr>
                        <m:ctrlPr>
                          <a:rPr lang="en-US" altLang="zh-CN" sz="2200" i="1" smtClean="0">
                            <a:solidFill>
                              <a:srgbClr val="0000FF"/>
                            </a:solidFill>
                            <a:latin typeface="Cambria Math" panose="02040503050406030204" pitchFamily="18" charset="0"/>
                          </a:rPr>
                        </m:ctrlPr>
                      </m:sSubPr>
                      <m:e>
                        <m:r>
                          <a:rPr lang="en-US" altLang="zh-CN" sz="2200" b="1" i="1" smtClean="0">
                            <a:solidFill>
                              <a:srgbClr val="0000FF"/>
                            </a:solidFill>
                            <a:latin typeface="Cambria Math" panose="02040503050406030204" pitchFamily="18" charset="0"/>
                          </a:rPr>
                          <m:t>𝑸</m:t>
                        </m:r>
                      </m:e>
                      <m:sub>
                        <m:r>
                          <a:rPr lang="en-US" altLang="zh-CN" sz="2200" b="1" i="1" smtClean="0">
                            <a:solidFill>
                              <a:srgbClr val="0000FF"/>
                            </a:solidFill>
                            <a:latin typeface="Cambria Math" panose="02040503050406030204" pitchFamily="18" charset="0"/>
                          </a:rPr>
                          <m:t>𝒓</m:t>
                        </m:r>
                      </m:sub>
                    </m:sSub>
                    <m:r>
                      <a:rPr lang="en-US" altLang="zh-CN" sz="2200" b="1" i="1" smtClean="0">
                        <a:solidFill>
                          <a:srgbClr val="0000FF"/>
                        </a:solidFill>
                        <a:latin typeface="Cambria Math" panose="02040503050406030204" pitchFamily="18" charset="0"/>
                      </a:rPr>
                      <m:t>=</m:t>
                    </m:r>
                    <m:sSubSup>
                      <m:sSubSupPr>
                        <m:ctrlPr>
                          <a:rPr lang="en-US" altLang="zh-CN" sz="2200" b="1" i="1" smtClean="0">
                            <a:solidFill>
                              <a:srgbClr val="0000FF"/>
                            </a:solidFill>
                            <a:latin typeface="Cambria Math" panose="02040503050406030204" pitchFamily="18" charset="0"/>
                          </a:rPr>
                        </m:ctrlPr>
                      </m:sSubSupPr>
                      <m:e>
                        <m:r>
                          <a:rPr lang="en-US" altLang="zh-CN" sz="2200" b="1" i="1" smtClean="0">
                            <a:solidFill>
                              <a:srgbClr val="0000FF"/>
                            </a:solidFill>
                            <a:latin typeface="Cambria Math" panose="02040503050406030204" pitchFamily="18" charset="0"/>
                          </a:rPr>
                          <m:t>𝑳</m:t>
                        </m:r>
                      </m:e>
                      <m:sub>
                        <m:r>
                          <a:rPr lang="en-US" altLang="zh-CN" sz="2200" b="1" i="1" smtClean="0">
                            <a:solidFill>
                              <a:srgbClr val="0000FF"/>
                            </a:solidFill>
                            <a:latin typeface="Cambria Math" panose="02040503050406030204" pitchFamily="18" charset="0"/>
                          </a:rPr>
                          <m:t>𝒓</m:t>
                        </m:r>
                      </m:sub>
                      <m:sup>
                        <m:r>
                          <a:rPr lang="en-US" altLang="zh-CN" sz="2200" b="1" i="1" smtClean="0">
                            <a:solidFill>
                              <a:srgbClr val="0000FF"/>
                            </a:solidFill>
                            <a:latin typeface="Cambria Math" panose="02040503050406030204" pitchFamily="18" charset="0"/>
                          </a:rPr>
                          <m:t>𝟐</m:t>
                        </m:r>
                        <m:r>
                          <a:rPr lang="en-US" altLang="zh-CN" sz="2200" b="1" i="1" smtClean="0">
                            <a:solidFill>
                              <a:srgbClr val="0000FF"/>
                            </a:solidFill>
                            <a:latin typeface="Cambria Math" panose="02040503050406030204" pitchFamily="18" charset="0"/>
                          </a:rPr>
                          <m:t>.</m:t>
                        </m:r>
                        <m:r>
                          <a:rPr lang="en-US" altLang="zh-CN" sz="2200" b="1" i="1" smtClean="0">
                            <a:solidFill>
                              <a:srgbClr val="0000FF"/>
                            </a:solidFill>
                            <a:latin typeface="Cambria Math" panose="02040503050406030204" pitchFamily="18" charset="0"/>
                          </a:rPr>
                          <m:t>𝟓</m:t>
                        </m:r>
                      </m:sup>
                    </m:sSubSup>
                  </m:oMath>
                </a14:m>
                <a:endParaRPr lang="en-US" altLang="zh-CN" sz="2200" dirty="0">
                  <a:solidFill>
                    <a:srgbClr val="0000FF"/>
                  </a:solidFill>
                  <a:latin typeface="Times New Roman" panose="02020603050405020304" pitchFamily="18" charset="0"/>
                  <a:cs typeface="Times New Roman" panose="02020603050405020304" pitchFamily="18" charset="0"/>
                </a:endParaRPr>
              </a:p>
              <a:p>
                <a:pPr>
                  <a:lnSpc>
                    <a:spcPct val="150000"/>
                  </a:lnSpc>
                </a:pPr>
                <a:r>
                  <a:rPr lang="zh-CN" altLang="en-US" sz="2200" dirty="0">
                    <a:latin typeface="Times New Roman" panose="02020603050405020304" pitchFamily="18" charset="0"/>
                    <a:cs typeface="Times New Roman" panose="02020603050405020304" pitchFamily="18" charset="0"/>
                  </a:rPr>
                  <a:t>力的比尺，</a:t>
                </a:r>
                <a:r>
                  <a:rPr lang="en-US" altLang="zh-CN" sz="2200" dirty="0">
                    <a:solidFill>
                      <a:srgbClr val="0000FF"/>
                    </a:solidFill>
                  </a:rPr>
                  <a:t> </a:t>
                </a:r>
                <a14:m>
                  <m:oMath xmlns:m="http://schemas.openxmlformats.org/officeDocument/2006/math">
                    <m:sSub>
                      <m:sSubPr>
                        <m:ctrlPr>
                          <a:rPr lang="en-US" altLang="zh-CN" sz="2200" i="1" smtClean="0">
                            <a:solidFill>
                              <a:srgbClr val="0000FF"/>
                            </a:solidFill>
                            <a:latin typeface="Cambria Math" panose="02040503050406030204" pitchFamily="18" charset="0"/>
                          </a:rPr>
                        </m:ctrlPr>
                      </m:sSubPr>
                      <m:e>
                        <m:r>
                          <a:rPr lang="en-US" altLang="zh-CN" sz="2200" b="1" i="1" smtClean="0">
                            <a:solidFill>
                              <a:srgbClr val="0000FF"/>
                            </a:solidFill>
                            <a:latin typeface="Cambria Math" panose="02040503050406030204" pitchFamily="18" charset="0"/>
                          </a:rPr>
                          <m:t>𝑭</m:t>
                        </m:r>
                      </m:e>
                      <m:sub>
                        <m:r>
                          <a:rPr lang="en-US" altLang="zh-CN" sz="2200" b="1" i="1" smtClean="0">
                            <a:solidFill>
                              <a:srgbClr val="0000FF"/>
                            </a:solidFill>
                            <a:latin typeface="Cambria Math" panose="02040503050406030204" pitchFamily="18" charset="0"/>
                          </a:rPr>
                          <m:t>𝒓</m:t>
                        </m:r>
                      </m:sub>
                    </m:sSub>
                    <m:r>
                      <a:rPr lang="en-US" altLang="zh-CN" sz="2200" b="1" i="1" smtClean="0">
                        <a:solidFill>
                          <a:srgbClr val="0000FF"/>
                        </a:solidFill>
                        <a:latin typeface="Cambria Math" panose="02040503050406030204" pitchFamily="18" charset="0"/>
                      </a:rPr>
                      <m:t>=</m:t>
                    </m:r>
                    <m:sSubSup>
                      <m:sSubSupPr>
                        <m:ctrlPr>
                          <a:rPr lang="en-US" altLang="zh-CN" sz="2200" b="1" i="1" smtClean="0">
                            <a:solidFill>
                              <a:srgbClr val="0000FF"/>
                            </a:solidFill>
                            <a:latin typeface="Cambria Math" panose="02040503050406030204" pitchFamily="18" charset="0"/>
                          </a:rPr>
                        </m:ctrlPr>
                      </m:sSubSupPr>
                      <m:e>
                        <m:r>
                          <a:rPr lang="en-US" altLang="zh-CN" sz="2200" b="1" i="1" smtClean="0">
                            <a:solidFill>
                              <a:srgbClr val="0000FF"/>
                            </a:solidFill>
                            <a:latin typeface="Cambria Math" panose="02040503050406030204" pitchFamily="18" charset="0"/>
                          </a:rPr>
                          <m:t>𝑳</m:t>
                        </m:r>
                      </m:e>
                      <m:sub>
                        <m:r>
                          <a:rPr lang="en-US" altLang="zh-CN" sz="2200" b="1" i="1" smtClean="0">
                            <a:solidFill>
                              <a:srgbClr val="0000FF"/>
                            </a:solidFill>
                            <a:latin typeface="Cambria Math" panose="02040503050406030204" pitchFamily="18" charset="0"/>
                          </a:rPr>
                          <m:t>𝒓</m:t>
                        </m:r>
                      </m:sub>
                      <m:sup>
                        <m:r>
                          <a:rPr lang="en-US" altLang="zh-CN" sz="2200" b="1" i="1" smtClean="0">
                            <a:solidFill>
                              <a:srgbClr val="0000FF"/>
                            </a:solidFill>
                            <a:latin typeface="Cambria Math" panose="02040503050406030204" pitchFamily="18" charset="0"/>
                          </a:rPr>
                          <m:t>𝟑</m:t>
                        </m:r>
                        <m:r>
                          <a:rPr lang="en-US" altLang="zh-CN" sz="2200" b="1" i="1" smtClean="0">
                            <a:solidFill>
                              <a:srgbClr val="0000FF"/>
                            </a:solidFill>
                            <a:latin typeface="Cambria Math" panose="02040503050406030204" pitchFamily="18" charset="0"/>
                          </a:rPr>
                          <m:t>.</m:t>
                        </m:r>
                        <m:r>
                          <a:rPr lang="en-US" altLang="zh-CN" sz="2200" b="1" i="1" smtClean="0">
                            <a:solidFill>
                              <a:srgbClr val="0000FF"/>
                            </a:solidFill>
                            <a:latin typeface="Cambria Math" panose="02040503050406030204" pitchFamily="18" charset="0"/>
                          </a:rPr>
                          <m:t>𝟎</m:t>
                        </m:r>
                      </m:sup>
                    </m:sSubSup>
                  </m:oMath>
                </a14:m>
                <a:endParaRPr lang="zh-CN" altLang="en-US" sz="2200" dirty="0">
                  <a:solidFill>
                    <a:srgbClr val="0000FF"/>
                  </a:solidFill>
                  <a:latin typeface="Times New Roman" panose="02020603050405020304" pitchFamily="18" charset="0"/>
                  <a:cs typeface="Times New Roman" panose="02020603050405020304" pitchFamily="18" charset="0"/>
                </a:endParaRPr>
              </a:p>
            </p:txBody>
          </p:sp>
        </mc:Choice>
        <mc:Fallback xmlns="">
          <p:sp>
            <p:nvSpPr>
              <p:cNvPr id="23" name="文本框 22">
                <a:extLst>
                  <a:ext uri="{FF2B5EF4-FFF2-40B4-BE49-F238E27FC236}">
                    <a16:creationId xmlns:a16="http://schemas.microsoft.com/office/drawing/2014/main" id="{97852884-41DB-47CF-8018-17D3F850409F}"/>
                  </a:ext>
                </a:extLst>
              </p:cNvPr>
              <p:cNvSpPr txBox="1">
                <a:spLocks noRot="1" noChangeAspect="1" noMove="1" noResize="1" noEditPoints="1" noAdjustHandles="1" noChangeArrowheads="1" noChangeShapeType="1" noTextEdit="1"/>
              </p:cNvSpPr>
              <p:nvPr/>
            </p:nvSpPr>
            <p:spPr>
              <a:xfrm>
                <a:off x="2483768" y="5067567"/>
                <a:ext cx="4213576" cy="1618456"/>
              </a:xfrm>
              <a:prstGeom prst="rect">
                <a:avLst/>
              </a:prstGeom>
              <a:blipFill>
                <a:blip r:embed="rId6"/>
                <a:stretch>
                  <a:fillRect l="-1879" b="-413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07549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ppt_x</p:attrName>
                                        </p:attrNameLst>
                                      </p:cBhvr>
                                      <p:tavLst>
                                        <p:tav tm="0">
                                          <p:val>
                                            <p:strVal val="0-#ppt_w/2"/>
                                          </p:val>
                                        </p:tav>
                                        <p:tav tm="100000">
                                          <p:val>
                                            <p:strVal val="#ppt_x"/>
                                          </p:val>
                                        </p:tav>
                                      </p:tavLst>
                                    </p:anim>
                                    <p:anim calcmode="lin" valueType="num">
                                      <p:cBhvr>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additive="base">
                                        <p:cTn id="13" dur="500" fill="hold"/>
                                        <p:tgtEl>
                                          <p:spTgt spid="19"/>
                                        </p:tgtEl>
                                        <p:attrNameLst>
                                          <p:attrName>ppt_x</p:attrName>
                                        </p:attrNameLst>
                                      </p:cBhvr>
                                      <p:tavLst>
                                        <p:tav tm="0">
                                          <p:val>
                                            <p:strVal val="#ppt_x"/>
                                          </p:val>
                                        </p:tav>
                                        <p:tav tm="100000">
                                          <p:val>
                                            <p:strVal val="#ppt_x"/>
                                          </p:val>
                                        </p:tav>
                                      </p:tavLst>
                                    </p:anim>
                                    <p:anim calcmode="lin" valueType="num">
                                      <p:cBhvr additive="base">
                                        <p:cTn id="1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fill="hold"/>
                                        <p:tgtEl>
                                          <p:spTgt spid="20"/>
                                        </p:tgtEl>
                                        <p:attrNameLst>
                                          <p:attrName>ppt_x</p:attrName>
                                        </p:attrNameLst>
                                      </p:cBhvr>
                                      <p:tavLst>
                                        <p:tav tm="0">
                                          <p:val>
                                            <p:strVal val="#ppt_x"/>
                                          </p:val>
                                        </p:tav>
                                        <p:tav tm="100000">
                                          <p:val>
                                            <p:strVal val="#ppt_x"/>
                                          </p:val>
                                        </p:tav>
                                      </p:tavLst>
                                    </p:anim>
                                    <p:anim calcmode="lin" valueType="num">
                                      <p:cBhvr additive="base">
                                        <p:cTn id="2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anim calcmode="lin" valueType="num">
                                      <p:cBhvr additive="base">
                                        <p:cTn id="25" dur="500" fill="hold"/>
                                        <p:tgtEl>
                                          <p:spTgt spid="21"/>
                                        </p:tgtEl>
                                        <p:attrNameLst>
                                          <p:attrName>ppt_x</p:attrName>
                                        </p:attrNameLst>
                                      </p:cBhvr>
                                      <p:tavLst>
                                        <p:tav tm="0">
                                          <p:val>
                                            <p:strVal val="#ppt_x"/>
                                          </p:val>
                                        </p:tav>
                                        <p:tav tm="100000">
                                          <p:val>
                                            <p:strVal val="#ppt_x"/>
                                          </p:val>
                                        </p:tav>
                                      </p:tavLst>
                                    </p:anim>
                                    <p:anim calcmode="lin" valueType="num">
                                      <p:cBhvr additive="base">
                                        <p:cTn id="26"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anim calcmode="lin" valueType="num">
                                      <p:cBhvr additive="base">
                                        <p:cTn id="31" dur="500" fill="hold"/>
                                        <p:tgtEl>
                                          <p:spTgt spid="22"/>
                                        </p:tgtEl>
                                        <p:attrNameLst>
                                          <p:attrName>ppt_x</p:attrName>
                                        </p:attrNameLst>
                                      </p:cBhvr>
                                      <p:tavLst>
                                        <p:tav tm="0">
                                          <p:val>
                                            <p:strVal val="#ppt_x"/>
                                          </p:val>
                                        </p:tav>
                                        <p:tav tm="100000">
                                          <p:val>
                                            <p:strVal val="#ppt_x"/>
                                          </p:val>
                                        </p:tav>
                                      </p:tavLst>
                                    </p:anim>
                                    <p:anim calcmode="lin" valueType="num">
                                      <p:cBhvr additive="base">
                                        <p:cTn id="3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anim calcmode="lin" valueType="num">
                                      <p:cBhvr additive="base">
                                        <p:cTn id="37" dur="500" fill="hold"/>
                                        <p:tgtEl>
                                          <p:spTgt spid="23"/>
                                        </p:tgtEl>
                                        <p:attrNameLst>
                                          <p:attrName>ppt_x</p:attrName>
                                        </p:attrNameLst>
                                      </p:cBhvr>
                                      <p:tavLst>
                                        <p:tav tm="0">
                                          <p:val>
                                            <p:strVal val="#ppt_x"/>
                                          </p:val>
                                        </p:tav>
                                        <p:tav tm="100000">
                                          <p:val>
                                            <p:strVal val="#ppt_x"/>
                                          </p:val>
                                        </p:tav>
                                      </p:tavLst>
                                    </p:anim>
                                    <p:anim calcmode="lin" valueType="num">
                                      <p:cBhvr additive="base">
                                        <p:cTn id="3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p:bldP spid="21" grpId="0"/>
      <p:bldP spid="22" grpId="0" animBg="1"/>
      <p:bldP spid="23"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mt="55000"/>
          </a:blip>
          <a:srcRect t="27" b="27"/>
          <a:stretch>
            <a:fillRect/>
          </a:stretch>
        </a:blipFill>
        <a:effectLst/>
      </p:bgPr>
    </p:bg>
    <p:spTree>
      <p:nvGrpSpPr>
        <p:cNvPr id="1" name=""/>
        <p:cNvGrpSpPr/>
        <p:nvPr/>
      </p:nvGrpSpPr>
      <p:grpSpPr>
        <a:xfrm>
          <a:off x="0" y="0"/>
          <a:ext cx="0" cy="0"/>
          <a:chOff x="0" y="0"/>
          <a:chExt cx="0" cy="0"/>
        </a:xfrm>
      </p:grpSpPr>
      <p:pic>
        <p:nvPicPr>
          <p:cNvPr id="30" name="图片 29">
            <a:extLst>
              <a:ext uri="{FF2B5EF4-FFF2-40B4-BE49-F238E27FC236}">
                <a16:creationId xmlns:a16="http://schemas.microsoft.com/office/drawing/2014/main" id="{ACB2EF59-F56B-4A97-8238-E4E6163D06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344" name="文本框 1"/>
          <p:cNvSpPr txBox="1"/>
          <p:nvPr/>
        </p:nvSpPr>
        <p:spPr>
          <a:xfrm>
            <a:off x="276467" y="144288"/>
            <a:ext cx="1669047" cy="646331"/>
          </a:xfrm>
          <a:prstGeom prst="rect">
            <a:avLst/>
          </a:prstGeom>
          <a:noFill/>
        </p:spPr>
        <p:txBody>
          <a:bodyPr wrap="none" rtlCol="0" anchor="t">
            <a:spAutoFit/>
          </a:bodyPr>
          <a:lstStyle/>
          <a:p>
            <a:r>
              <a:rPr lang="en-US" altLang="zh-CN" sz="3600" b="1" dirty="0">
                <a:solidFill>
                  <a:schemeClr val="bg1"/>
                </a:solidFill>
                <a:latin typeface="方正兰亭中粗黑_GBK" panose="02000000000000000000" charset="-122"/>
                <a:ea typeface="方正兰亭中粗黑_GBK" panose="02000000000000000000" charset="-122"/>
                <a:sym typeface="+mn-ea"/>
              </a:rPr>
              <a:t>1 </a:t>
            </a:r>
            <a:r>
              <a:rPr lang="zh-CN" altLang="en-US" sz="3600" b="1" dirty="0">
                <a:solidFill>
                  <a:schemeClr val="bg1"/>
                </a:solidFill>
                <a:latin typeface="方正兰亭中粗黑_GBK" panose="02000000000000000000" charset="-122"/>
                <a:ea typeface="方正兰亭中粗黑_GBK" panose="02000000000000000000" charset="-122"/>
                <a:sym typeface="+mn-ea"/>
              </a:rPr>
              <a:t>绪论 </a:t>
            </a:r>
            <a:endParaRPr/>
          </a:p>
        </p:txBody>
      </p:sp>
      <p:sp>
        <p:nvSpPr>
          <p:cNvPr id="345" name="文本框 2"/>
          <p:cNvSpPr txBox="1"/>
          <p:nvPr/>
        </p:nvSpPr>
        <p:spPr>
          <a:xfrm>
            <a:off x="8822821" y="225208"/>
            <a:ext cx="3350597" cy="523220"/>
          </a:xfrm>
          <a:prstGeom prst="rect">
            <a:avLst/>
          </a:prstGeom>
          <a:noFill/>
        </p:spPr>
        <p:txBody>
          <a:bodyPr wrap="none" rtlCol="0" anchor="t">
            <a:spAutoFit/>
          </a:bodyPr>
          <a:lstStyle/>
          <a:p>
            <a:r>
              <a:rPr lang="en-US" altLang="zh-CN" sz="2800" b="1" dirty="0">
                <a:solidFill>
                  <a:schemeClr val="bg1"/>
                </a:solidFill>
                <a:latin typeface="兰亭黑-简" panose="02000000000000000000" charset="-122"/>
                <a:ea typeface="兰亭黑-简" panose="02000000000000000000" charset="-122"/>
                <a:sym typeface="+mn-ea"/>
              </a:rPr>
              <a:t>1.1 </a:t>
            </a:r>
            <a:r>
              <a:rPr lang="zh-CN" altLang="en-US" sz="2800" b="1" dirty="0">
                <a:solidFill>
                  <a:schemeClr val="bg1"/>
                </a:solidFill>
                <a:latin typeface="兰亭黑-简" panose="02000000000000000000" charset="-122"/>
                <a:ea typeface="兰亭黑-简" panose="02000000000000000000" charset="-122"/>
                <a:sym typeface="+mn-ea"/>
              </a:rPr>
              <a:t>研究背景及意义</a:t>
            </a:r>
            <a:endParaRPr/>
          </a:p>
        </p:txBody>
      </p:sp>
      <p:grpSp>
        <p:nvGrpSpPr>
          <p:cNvPr id="346" name="组合 7"/>
          <p:cNvGrpSpPr/>
          <p:nvPr/>
        </p:nvGrpSpPr>
        <p:grpSpPr>
          <a:xfrm>
            <a:off x="-59957" y="53728"/>
            <a:ext cx="12285617" cy="790577"/>
            <a:chOff x="-50432" y="53728"/>
            <a:chExt cx="12285617" cy="790577"/>
          </a:xfrm>
        </p:grpSpPr>
        <p:sp>
          <p:nvSpPr>
            <p:cNvPr id="347" name="六边形 24"/>
            <p:cNvSpPr/>
            <p:nvPr/>
          </p:nvSpPr>
          <p:spPr>
            <a:xfrm>
              <a:off x="74468" y="769295"/>
              <a:ext cx="552450" cy="75010"/>
            </a:xfrm>
            <a:custGeom>
              <a:avLst/>
              <a:gdLst>
                <a:gd name="connsiteX0" fmla="*/ 0 w 747713"/>
                <a:gd name="connsiteY0" fmla="*/ 75010 h 150019"/>
                <a:gd name="connsiteX1" fmla="*/ 37505 w 747713"/>
                <a:gd name="connsiteY1" fmla="*/ 0 h 150019"/>
                <a:gd name="connsiteX2" fmla="*/ 710208 w 747713"/>
                <a:gd name="connsiteY2" fmla="*/ 0 h 150019"/>
                <a:gd name="connsiteX3" fmla="*/ 747713 w 747713"/>
                <a:gd name="connsiteY3" fmla="*/ 75010 h 150019"/>
                <a:gd name="connsiteX4" fmla="*/ 710208 w 747713"/>
                <a:gd name="connsiteY4" fmla="*/ 150019 h 150019"/>
                <a:gd name="connsiteX5" fmla="*/ 37505 w 747713"/>
                <a:gd name="connsiteY5" fmla="*/ 150019 h 150019"/>
                <a:gd name="connsiteX6" fmla="*/ 0 w 747713"/>
                <a:gd name="connsiteY6" fmla="*/ 75010 h 150019"/>
                <a:gd name="connsiteX0-1" fmla="*/ 37505 w 747713"/>
                <a:gd name="connsiteY0-2" fmla="*/ 0 h 150019"/>
                <a:gd name="connsiteX1-3" fmla="*/ 710208 w 747713"/>
                <a:gd name="connsiteY1-4" fmla="*/ 0 h 150019"/>
                <a:gd name="connsiteX2-5" fmla="*/ 747713 w 747713"/>
                <a:gd name="connsiteY2-6" fmla="*/ 75010 h 150019"/>
                <a:gd name="connsiteX3-7" fmla="*/ 710208 w 747713"/>
                <a:gd name="connsiteY3-8" fmla="*/ 150019 h 150019"/>
                <a:gd name="connsiteX4-9" fmla="*/ 37505 w 747713"/>
                <a:gd name="connsiteY4-10" fmla="*/ 150019 h 150019"/>
                <a:gd name="connsiteX5-11" fmla="*/ 0 w 747713"/>
                <a:gd name="connsiteY5-12" fmla="*/ 75010 h 150019"/>
                <a:gd name="connsiteX6-13" fmla="*/ 128945 w 747713"/>
                <a:gd name="connsiteY6-14" fmla="*/ 91440 h 150019"/>
                <a:gd name="connsiteX0-15" fmla="*/ 37505 w 747713"/>
                <a:gd name="connsiteY0-16" fmla="*/ 0 h 150019"/>
                <a:gd name="connsiteX1-17" fmla="*/ 710208 w 747713"/>
                <a:gd name="connsiteY1-18" fmla="*/ 0 h 150019"/>
                <a:gd name="connsiteX2-19" fmla="*/ 747713 w 747713"/>
                <a:gd name="connsiteY2-20" fmla="*/ 75010 h 150019"/>
                <a:gd name="connsiteX3-21" fmla="*/ 710208 w 747713"/>
                <a:gd name="connsiteY3-22" fmla="*/ 150019 h 150019"/>
                <a:gd name="connsiteX4-23" fmla="*/ 37505 w 747713"/>
                <a:gd name="connsiteY4-24" fmla="*/ 150019 h 150019"/>
                <a:gd name="connsiteX5-25" fmla="*/ 0 w 747713"/>
                <a:gd name="connsiteY5-26" fmla="*/ 75010 h 150019"/>
                <a:gd name="connsiteX0-27" fmla="*/ 710208 w 747713"/>
                <a:gd name="connsiteY0-28" fmla="*/ 0 h 150019"/>
                <a:gd name="connsiteX1-29" fmla="*/ 747713 w 747713"/>
                <a:gd name="connsiteY1-30" fmla="*/ 75010 h 150019"/>
                <a:gd name="connsiteX2-31" fmla="*/ 710208 w 747713"/>
                <a:gd name="connsiteY2-32" fmla="*/ 150019 h 150019"/>
                <a:gd name="connsiteX3-33" fmla="*/ 37505 w 747713"/>
                <a:gd name="connsiteY3-34" fmla="*/ 150019 h 150019"/>
                <a:gd name="connsiteX4-35" fmla="*/ 0 w 747713"/>
                <a:gd name="connsiteY4-36" fmla="*/ 75010 h 150019"/>
                <a:gd name="connsiteX0-37" fmla="*/ 672703 w 710208"/>
                <a:gd name="connsiteY0-38" fmla="*/ 0 h 150019"/>
                <a:gd name="connsiteX1-39" fmla="*/ 710208 w 710208"/>
                <a:gd name="connsiteY1-40" fmla="*/ 75010 h 150019"/>
                <a:gd name="connsiteX2-41" fmla="*/ 672703 w 710208"/>
                <a:gd name="connsiteY2-42" fmla="*/ 150019 h 150019"/>
                <a:gd name="connsiteX3-43" fmla="*/ 0 w 710208"/>
                <a:gd name="connsiteY3-44" fmla="*/ 150019 h 150019"/>
                <a:gd name="connsiteX0-45" fmla="*/ 710208 w 710208"/>
                <a:gd name="connsiteY0-46" fmla="*/ 0 h 75009"/>
                <a:gd name="connsiteX1-47" fmla="*/ 672703 w 710208"/>
                <a:gd name="connsiteY1-48" fmla="*/ 75009 h 75009"/>
                <a:gd name="connsiteX2-49" fmla="*/ 0 w 710208"/>
                <a:gd name="connsiteY2-50" fmla="*/ 75009 h 75009"/>
                <a:gd name="connsiteX0-51" fmla="*/ 710208 w 710208"/>
                <a:gd name="connsiteY0-52" fmla="*/ 0 h 75010"/>
                <a:gd name="connsiteX1-53" fmla="*/ 672703 w 710208"/>
                <a:gd name="connsiteY1-54" fmla="*/ 75009 h 75010"/>
                <a:gd name="connsiteX2-55" fmla="*/ 352016 w 710208"/>
                <a:gd name="connsiteY2-56" fmla="*/ 75010 h 75010"/>
                <a:gd name="connsiteX3-57" fmla="*/ 0 w 710208"/>
                <a:gd name="connsiteY3-58" fmla="*/ 75009 h 75010"/>
                <a:gd name="connsiteX0-59" fmla="*/ 358192 w 358192"/>
                <a:gd name="connsiteY0-60" fmla="*/ 0 h 75010"/>
                <a:gd name="connsiteX1-61" fmla="*/ 320687 w 358192"/>
                <a:gd name="connsiteY1-62" fmla="*/ 75009 h 75010"/>
                <a:gd name="connsiteX2-63" fmla="*/ 0 w 358192"/>
                <a:gd name="connsiteY2-64" fmla="*/ 75010 h 75010"/>
              </a:gdLst>
              <a:ahLst/>
              <a:cxnLst>
                <a:cxn ang="0">
                  <a:pos x="connsiteX0-1" y="connsiteY0-2"/>
                </a:cxn>
                <a:cxn ang="0">
                  <a:pos x="connsiteX1-3" y="connsiteY1-4"/>
                </a:cxn>
                <a:cxn ang="0">
                  <a:pos x="connsiteX2-5" y="connsiteY2-6"/>
                </a:cxn>
              </a:cxnLst>
              <a:rect l="l" t="t" r="r" b="b"/>
              <a:pathLst>
                <a:path w="358192" h="75010">
                  <a:moveTo>
                    <a:pt x="358192" y="0"/>
                  </a:moveTo>
                  <a:lnTo>
                    <a:pt x="320687" y="75009"/>
                  </a:lnTo>
                  <a:lnTo>
                    <a:pt x="0" y="75010"/>
                  </a:lnTo>
                </a:path>
              </a:pathLst>
            </a:custGeom>
            <a:noFill/>
            <a:ln>
              <a:solidFill>
                <a:srgbClr val="00B0F0"/>
              </a:solidFill>
              <a:tailEnd type="diamond"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348" name="矩形 9"/>
            <p:cNvSpPr/>
            <p:nvPr/>
          </p:nvSpPr>
          <p:spPr>
            <a:xfrm flipV="1">
              <a:off x="5411" y="53728"/>
              <a:ext cx="12186591" cy="737445"/>
            </a:xfrm>
            <a:prstGeom prst="rect">
              <a:avLst/>
            </a:prstGeom>
            <a:gradFill flip="none" rotWithShape="1">
              <a:gsLst>
                <a:gs pos="0">
                  <a:srgbClr val="00448E">
                    <a:alpha val="15000"/>
                  </a:srgbClr>
                </a:gs>
                <a:gs pos="49000">
                  <a:srgbClr val="00448E">
                    <a:alpha val="0"/>
                  </a:srgbClr>
                </a:gs>
              </a:gsLst>
              <a:lin ang="5400000" scaled="1"/>
              <a:tileRect/>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349" name="矩形 10"/>
            <p:cNvSpPr/>
            <p:nvPr/>
          </p:nvSpPr>
          <p:spPr>
            <a:xfrm>
              <a:off x="5411" y="762785"/>
              <a:ext cx="12229774" cy="45719"/>
            </a:xfrm>
            <a:prstGeom prst="rect">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mn-cs"/>
              </a:endParaRPr>
            </a:p>
          </p:txBody>
        </p:sp>
        <p:grpSp>
          <p:nvGrpSpPr>
            <p:cNvPr id="350" name="组合 11"/>
            <p:cNvGrpSpPr/>
            <p:nvPr/>
          </p:nvGrpSpPr>
          <p:grpSpPr>
            <a:xfrm>
              <a:off x="-50432" y="682379"/>
              <a:ext cx="539237" cy="94600"/>
              <a:chOff x="-55843" y="628650"/>
              <a:chExt cx="539237" cy="94600"/>
            </a:xfrm>
          </p:grpSpPr>
          <p:sp>
            <p:nvSpPr>
              <p:cNvPr id="351" name="平行四边形 16"/>
              <p:cNvSpPr/>
              <p:nvPr/>
            </p:nvSpPr>
            <p:spPr>
              <a:xfrm flipH="1">
                <a:off x="-55843"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352" name="平行四边形 17"/>
              <p:cNvSpPr/>
              <p:nvPr/>
            </p:nvSpPr>
            <p:spPr>
              <a:xfrm flipH="1">
                <a:off x="29990"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353" name="平行四边形 18"/>
              <p:cNvSpPr/>
              <p:nvPr/>
            </p:nvSpPr>
            <p:spPr>
              <a:xfrm flipH="1">
                <a:off x="115823"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354" name="平行四边形 19"/>
              <p:cNvSpPr/>
              <p:nvPr/>
            </p:nvSpPr>
            <p:spPr>
              <a:xfrm flipH="1">
                <a:off x="201656"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355" name="平行四边形 20"/>
              <p:cNvSpPr/>
              <p:nvPr/>
            </p:nvSpPr>
            <p:spPr>
              <a:xfrm flipH="1">
                <a:off x="287489"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356" name="平行四边形 21"/>
              <p:cNvSpPr/>
              <p:nvPr/>
            </p:nvSpPr>
            <p:spPr>
              <a:xfrm flipH="1">
                <a:off x="373320"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mn-cs"/>
                </a:endParaRPr>
              </a:p>
            </p:txBody>
          </p:sp>
        </p:grpSp>
        <p:sp>
          <p:nvSpPr>
            <p:cNvPr id="357" name="平行四边形 12"/>
            <p:cNvSpPr/>
            <p:nvPr/>
          </p:nvSpPr>
          <p:spPr>
            <a:xfrm>
              <a:off x="514462" y="800588"/>
              <a:ext cx="69503" cy="31175"/>
            </a:xfrm>
            <a:prstGeom prst="parallelogram">
              <a:avLst>
                <a:gd name="adj" fmla="val 74000"/>
              </a:avLst>
            </a:prstGeom>
            <a:solidFill>
              <a:srgbClr val="00B0F0">
                <a:alpha val="30000"/>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358" name="平行四边形 14"/>
            <p:cNvSpPr/>
            <p:nvPr/>
          </p:nvSpPr>
          <p:spPr>
            <a:xfrm>
              <a:off x="445406" y="800588"/>
              <a:ext cx="69503" cy="31175"/>
            </a:xfrm>
            <a:prstGeom prst="parallelogram">
              <a:avLst>
                <a:gd name="adj" fmla="val 74000"/>
              </a:avLst>
            </a:prstGeom>
            <a:solidFill>
              <a:srgbClr val="00B0F0">
                <a:alpha val="20000"/>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359" name="平行四边形 15"/>
            <p:cNvSpPr/>
            <p:nvPr/>
          </p:nvSpPr>
          <p:spPr>
            <a:xfrm>
              <a:off x="376350" y="800588"/>
              <a:ext cx="69503" cy="31175"/>
            </a:xfrm>
            <a:prstGeom prst="parallelogram">
              <a:avLst>
                <a:gd name="adj" fmla="val 74000"/>
              </a:avLst>
            </a:prstGeom>
            <a:solidFill>
              <a:srgbClr val="00B0F0">
                <a:alpha val="10000"/>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grpSp>
      <p:sp>
        <p:nvSpPr>
          <p:cNvPr id="360" name="矩形 26"/>
          <p:cNvSpPr/>
          <p:nvPr/>
        </p:nvSpPr>
        <p:spPr>
          <a:xfrm>
            <a:off x="11590644" y="6429539"/>
            <a:ext cx="601356" cy="428461"/>
          </a:xfrm>
          <a:prstGeom prst="rect">
            <a:avLst/>
          </a:prstGeom>
          <a:solidFill>
            <a:srgbClr val="0044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zh-CN" sz="2000" b="1"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1</a:t>
            </a:r>
            <a:r>
              <a:rPr kumimoji="1" lang="en-US" altLang="zh-CN" sz="2000" b="1"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0</a:t>
            </a:r>
            <a:endParaRPr kumimoji="1" lang="zh-CN" altLang="zh-CN" sz="2000" b="1"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61" name="文本框 4"/>
          <p:cNvSpPr txBox="1"/>
          <p:nvPr/>
        </p:nvSpPr>
        <p:spPr>
          <a:xfrm>
            <a:off x="351144" y="851678"/>
            <a:ext cx="2966031" cy="461665"/>
          </a:xfrm>
          <a:prstGeom prst="rect">
            <a:avLst/>
          </a:prstGeom>
          <a:solidFill>
            <a:srgbClr val="0070C0"/>
          </a:solidFill>
          <a:ln w="25400" cap="flat" cmpd="sng" algn="ctr">
            <a:noFill/>
            <a:prstDash val="solid"/>
          </a:ln>
          <a:effectLst/>
        </p:spPr>
        <p:txBody>
          <a:bodyPr wrap="square">
            <a:spAutoFit/>
          </a:bodyPr>
          <a:lstStyle/>
          <a:p>
            <a:pPr marL="0" marR="0" lvl="0" indent="0" defTabSz="914400" eaLnBrk="0" fontAlgn="base" latinLnBrk="0" hangingPunct="0">
              <a:lnSpc>
                <a:spcPct val="100000"/>
              </a:lnSpc>
              <a:spcBef>
                <a:spcPct val="1"/>
              </a:spcBef>
              <a:spcAft>
                <a:spcPct val="1"/>
              </a:spcAft>
              <a:buClrTx/>
              <a:buSzTx/>
              <a:buFontTx/>
              <a:buNone/>
              <a:tabLst/>
              <a:defRPr/>
            </a:pPr>
            <a:r>
              <a:rPr kumimoji="0" lang="zh-CN" altLang="en-US" sz="22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知识要点回顾</a:t>
            </a:r>
          </a:p>
        </p:txBody>
      </p:sp>
      <p:pic>
        <p:nvPicPr>
          <p:cNvPr id="362" name="图片 83"/>
          <p:cNvPicPr>
            <a:picLocks noChangeAspect="1"/>
          </p:cNvPicPr>
          <p:nvPr/>
        </p:nvPicPr>
        <p:blipFill>
          <a:blip r:embed="rId4" cstate="print"/>
          <a:stretch>
            <a:fillRect/>
          </a:stretch>
        </p:blipFill>
        <p:spPr>
          <a:xfrm>
            <a:off x="8564936" y="93145"/>
            <a:ext cx="3350597" cy="628003"/>
          </a:xfrm>
          <a:prstGeom prst="rect">
            <a:avLst/>
          </a:prstGeom>
        </p:spPr>
      </p:pic>
      <p:sp>
        <p:nvSpPr>
          <p:cNvPr id="363" name="TextBox 4"/>
          <p:cNvSpPr txBox="1"/>
          <p:nvPr/>
        </p:nvSpPr>
        <p:spPr>
          <a:xfrm>
            <a:off x="190500" y="114300"/>
            <a:ext cx="5105400" cy="584775"/>
          </a:xfrm>
          <a:prstGeom prst="rect">
            <a:avLst/>
          </a:prstGeom>
          <a:noFill/>
          <a:ln>
            <a:noFill/>
          </a:ln>
        </p:spPr>
        <p:txBody>
          <a:bodyPr wrap="square" rtlCol="0">
            <a:spAutoFit/>
          </a:bodyPr>
          <a:lstStyle/>
          <a:p>
            <a:pPr>
              <a:defRPr/>
            </a:pPr>
            <a:r>
              <a:rPr lang="zh-CN" altLang="en-US" sz="3200" b="1">
                <a:latin typeface="微软雅黑" panose="020B0503020204020204" pitchFamily="34" charset="-122"/>
                <a:ea typeface="微软雅黑" panose="020B0503020204020204" pitchFamily="34" charset="-122"/>
                <a:sym typeface="+mn-ea"/>
              </a:rPr>
              <a:t>本节小结</a:t>
            </a:r>
          </a:p>
        </p:txBody>
      </p:sp>
      <p:sp>
        <p:nvSpPr>
          <p:cNvPr id="364" name="矩形 363"/>
          <p:cNvSpPr/>
          <p:nvPr/>
        </p:nvSpPr>
        <p:spPr>
          <a:xfrm>
            <a:off x="351144" y="2132913"/>
            <a:ext cx="5588000" cy="1587500"/>
          </a:xfrm>
          <a:prstGeom prst="rect">
            <a:avLst/>
          </a:prstGeom>
          <a:solidFill>
            <a:srgbClr val="F7F9FB"/>
          </a:solidFill>
          <a:ln w="19050">
            <a:solidFill>
              <a:srgbClr val="0070C0"/>
            </a:solidFill>
            <a:prstDash val="solid"/>
          </a:ln>
        </p:spPr>
        <p:txBody>
          <a:bodyPr/>
          <a:lstStyle/>
          <a:p>
            <a:endParaRPr/>
          </a:p>
        </p:txBody>
      </p:sp>
      <p:sp>
        <p:nvSpPr>
          <p:cNvPr id="365" name="矩形 364"/>
          <p:cNvSpPr/>
          <p:nvPr/>
        </p:nvSpPr>
        <p:spPr>
          <a:xfrm>
            <a:off x="6193144" y="2132913"/>
            <a:ext cx="5588000" cy="1587500"/>
          </a:xfrm>
          <a:prstGeom prst="rect">
            <a:avLst/>
          </a:prstGeom>
          <a:solidFill>
            <a:srgbClr val="F7F9FB"/>
          </a:solidFill>
          <a:ln w="19050">
            <a:solidFill>
              <a:srgbClr val="0070C0"/>
            </a:solidFill>
            <a:prstDash val="solid"/>
          </a:ln>
        </p:spPr>
        <p:txBody>
          <a:bodyPr/>
          <a:lstStyle/>
          <a:p>
            <a:endParaRPr/>
          </a:p>
        </p:txBody>
      </p:sp>
      <p:sp>
        <p:nvSpPr>
          <p:cNvPr id="366" name="矩形 365"/>
          <p:cNvSpPr/>
          <p:nvPr/>
        </p:nvSpPr>
        <p:spPr>
          <a:xfrm>
            <a:off x="351144" y="3910913"/>
            <a:ext cx="5588000" cy="1587500"/>
          </a:xfrm>
          <a:prstGeom prst="rect">
            <a:avLst/>
          </a:prstGeom>
          <a:solidFill>
            <a:srgbClr val="F7F9FB"/>
          </a:solidFill>
          <a:ln w="19050">
            <a:solidFill>
              <a:srgbClr val="0070C0"/>
            </a:solidFill>
            <a:prstDash val="solid"/>
          </a:ln>
        </p:spPr>
        <p:txBody>
          <a:bodyPr/>
          <a:lstStyle/>
          <a:p>
            <a:endParaRPr/>
          </a:p>
        </p:txBody>
      </p:sp>
      <p:sp>
        <p:nvSpPr>
          <p:cNvPr id="367" name="矩形 366"/>
          <p:cNvSpPr/>
          <p:nvPr/>
        </p:nvSpPr>
        <p:spPr>
          <a:xfrm>
            <a:off x="6193144" y="3910913"/>
            <a:ext cx="5588000" cy="1587500"/>
          </a:xfrm>
          <a:prstGeom prst="rect">
            <a:avLst/>
          </a:prstGeom>
          <a:solidFill>
            <a:srgbClr val="F7F9FB"/>
          </a:solidFill>
          <a:ln w="19050">
            <a:solidFill>
              <a:srgbClr val="0070C0"/>
            </a:solidFill>
            <a:prstDash val="solid"/>
          </a:ln>
        </p:spPr>
        <p:txBody>
          <a:bodyPr/>
          <a:lstStyle/>
          <a:p>
            <a:endParaRPr/>
          </a:p>
        </p:txBody>
      </p:sp>
      <p:sp>
        <p:nvSpPr>
          <p:cNvPr id="369" name="矩形 368"/>
          <p:cNvSpPr/>
          <p:nvPr/>
        </p:nvSpPr>
        <p:spPr>
          <a:xfrm>
            <a:off x="541644" y="2285313"/>
            <a:ext cx="5207000" cy="1270000"/>
          </a:xfrm>
          <a:prstGeom prst="rect">
            <a:avLst/>
          </a:prstGeom>
          <a:noFill/>
          <a:ln>
            <a:noFill/>
          </a:ln>
        </p:spPr>
        <p:txBody>
          <a:bodyPr/>
          <a:lstStyle/>
          <a:p>
            <a:pPr algn="just">
              <a:lnSpc>
                <a:spcPct val="150000"/>
              </a:lnSpc>
            </a:pPr>
            <a:r>
              <a:rPr lang="zh-CN" b="1" dirty="0">
                <a:solidFill>
                  <a:srgbClr val="333333"/>
                </a:solidFill>
                <a:latin typeface="微软雅黑"/>
                <a:ea typeface="微软雅黑"/>
              </a:rPr>
              <a:t>① 定性判别
观察干扰微波能否向上游传播：能上传为缓流，不能上传为急流</a:t>
            </a:r>
            <a:endParaRPr sz="2000" b="1" dirty="0"/>
          </a:p>
        </p:txBody>
      </p:sp>
      <p:sp>
        <p:nvSpPr>
          <p:cNvPr id="370" name="矩形 369"/>
          <p:cNvSpPr/>
          <p:nvPr/>
        </p:nvSpPr>
        <p:spPr>
          <a:xfrm>
            <a:off x="6383644" y="2285313"/>
            <a:ext cx="5207000" cy="1270000"/>
          </a:xfrm>
          <a:prstGeom prst="rect">
            <a:avLst/>
          </a:prstGeom>
          <a:noFill/>
          <a:ln>
            <a:noFill/>
          </a:ln>
        </p:spPr>
        <p:txBody>
          <a:bodyPr/>
          <a:lstStyle/>
          <a:p>
            <a:pPr algn="just">
              <a:lnSpc>
                <a:spcPct val="150000"/>
              </a:lnSpc>
            </a:pPr>
            <a:r>
              <a:rPr lang="zh-CN" b="1">
                <a:solidFill>
                  <a:srgbClr val="333333"/>
                </a:solidFill>
                <a:latin typeface="微软雅黑"/>
                <a:ea typeface="微软雅黑"/>
              </a:rPr>
              <a:t>② 定量判别
波速法：比较 v 与 c；弗劳德数法：比较 Fr 与 1</a:t>
            </a:r>
            <a:endParaRPr sz="2000" b="1"/>
          </a:p>
        </p:txBody>
      </p:sp>
      <p:sp>
        <p:nvSpPr>
          <p:cNvPr id="371" name="矩形 370"/>
          <p:cNvSpPr/>
          <p:nvPr/>
        </p:nvSpPr>
        <p:spPr>
          <a:xfrm>
            <a:off x="541644" y="4063313"/>
            <a:ext cx="5207000" cy="1270000"/>
          </a:xfrm>
          <a:prstGeom prst="rect">
            <a:avLst/>
          </a:prstGeom>
          <a:noFill/>
          <a:ln>
            <a:noFill/>
          </a:ln>
        </p:spPr>
        <p:txBody>
          <a:bodyPr/>
          <a:lstStyle/>
          <a:p>
            <a:pPr algn="just">
              <a:lnSpc>
                <a:spcPct val="150000"/>
              </a:lnSpc>
            </a:pPr>
            <a:r>
              <a:rPr lang="zh-CN" b="1">
                <a:solidFill>
                  <a:srgbClr val="333333"/>
                </a:solidFill>
                <a:latin typeface="微软雅黑"/>
                <a:ea typeface="微软雅黑"/>
              </a:rPr>
              <a:t>③ 流态转换
急流→缓流为水跃（用于消能），缓流→急流为水跌</a:t>
            </a:r>
            <a:endParaRPr sz="2000" b="1"/>
          </a:p>
        </p:txBody>
      </p:sp>
      <p:sp>
        <p:nvSpPr>
          <p:cNvPr id="372" name="矩形 371"/>
          <p:cNvSpPr/>
          <p:nvPr/>
        </p:nvSpPr>
        <p:spPr>
          <a:xfrm>
            <a:off x="6383644" y="4063313"/>
            <a:ext cx="5207000" cy="1270000"/>
          </a:xfrm>
          <a:prstGeom prst="rect">
            <a:avLst/>
          </a:prstGeom>
          <a:noFill/>
          <a:ln>
            <a:noFill/>
          </a:ln>
        </p:spPr>
        <p:txBody>
          <a:bodyPr/>
          <a:lstStyle/>
          <a:p>
            <a:pPr algn="just">
              <a:lnSpc>
                <a:spcPct val="150000"/>
              </a:lnSpc>
            </a:pPr>
            <a:r>
              <a:rPr lang="zh-CN" b="1">
                <a:solidFill>
                  <a:srgbClr val="333333"/>
                </a:solidFill>
                <a:latin typeface="微软雅黑"/>
                <a:ea typeface="微软雅黑"/>
              </a:rPr>
              <a:t>④ 工程应用
消力池设计、模型试验重力相似、通航与取水口布置</a:t>
            </a:r>
            <a:endParaRPr sz="2000" b="1"/>
          </a:p>
        </p:txBody>
      </p:sp>
    </p:spTree>
  </p:cSld>
  <p:clrMapOvr>
    <a:masterClrMapping/>
  </p:clrMapOvr>
  <p:timing>
    <p:tnLst>
      <p:par>
        <p:cTn id="1" dur="indefinite" restart="never" nodeType="tmRoot">
          <p:childTnLst>
            <p:seq concurrent="1" nextAc="seek">
              <p:cTn id="2" dur="indefinite" nodeType="mainSeq"/>
              <p:prevCondLst>
                <p:cond evt="onPrev" delay="0"/>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7A2D6-91A0-834F-B447-89F6716DBE75}"/>
            </a:ext>
          </a:extLst>
        </p:cNvPr>
        <p:cNvGrpSpPr/>
        <p:nvPr/>
      </p:nvGrpSpPr>
      <p:grpSpPr>
        <a:xfrm>
          <a:off x="0" y="0"/>
          <a:ext cx="0" cy="0"/>
          <a:chOff x="0" y="0"/>
          <a:chExt cx="0" cy="0"/>
        </a:xfrm>
      </p:grpSpPr>
      <p:pic>
        <p:nvPicPr>
          <p:cNvPr id="111" name="图片 110">
            <a:extLst>
              <a:ext uri="{FF2B5EF4-FFF2-40B4-BE49-F238E27FC236}">
                <a16:creationId xmlns:a16="http://schemas.microsoft.com/office/drawing/2014/main" id="{AC827404-B482-41D1-B3ED-45F46C03D2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2" name="文本框 1">
            <a:extLst>
              <a:ext uri="{FF2B5EF4-FFF2-40B4-BE49-F238E27FC236}">
                <a16:creationId xmlns:a16="http://schemas.microsoft.com/office/drawing/2014/main" id="{AEBE7231-FE06-A90A-8B25-49DCDC51BFCB}"/>
              </a:ext>
            </a:extLst>
          </p:cNvPr>
          <p:cNvSpPr txBox="1"/>
          <p:nvPr/>
        </p:nvSpPr>
        <p:spPr>
          <a:xfrm>
            <a:off x="276467" y="144288"/>
            <a:ext cx="1669047" cy="646331"/>
          </a:xfrm>
          <a:prstGeom prst="rect">
            <a:avLst/>
          </a:prstGeom>
          <a:noFill/>
        </p:spPr>
        <p:txBody>
          <a:bodyPr wrap="none" rtlCol="0" anchor="t">
            <a:spAutoFit/>
          </a:bodyPr>
          <a:lstStyle/>
          <a:p>
            <a:r>
              <a:rPr lang="en-US" altLang="zh-CN" sz="3600" b="1" dirty="0">
                <a:solidFill>
                  <a:schemeClr val="bg1"/>
                </a:solidFill>
                <a:latin typeface="方正兰亭中粗黑_GBK" panose="02000000000000000000" charset="-122"/>
                <a:ea typeface="方正兰亭中粗黑_GBK" panose="02000000000000000000" charset="-122"/>
                <a:sym typeface="+mn-ea"/>
              </a:rPr>
              <a:t>1 </a:t>
            </a:r>
            <a:r>
              <a:rPr lang="zh-CN" altLang="en-US" sz="3600" b="1" dirty="0">
                <a:solidFill>
                  <a:schemeClr val="bg1"/>
                </a:solidFill>
                <a:latin typeface="方正兰亭中粗黑_GBK" panose="02000000000000000000" charset="-122"/>
                <a:ea typeface="方正兰亭中粗黑_GBK" panose="02000000000000000000" charset="-122"/>
                <a:sym typeface="+mn-ea"/>
              </a:rPr>
              <a:t>绪论 </a:t>
            </a:r>
          </a:p>
        </p:txBody>
      </p:sp>
      <p:sp>
        <p:nvSpPr>
          <p:cNvPr id="3" name="文本框 2">
            <a:extLst>
              <a:ext uri="{FF2B5EF4-FFF2-40B4-BE49-F238E27FC236}">
                <a16:creationId xmlns:a16="http://schemas.microsoft.com/office/drawing/2014/main" id="{D1D497B0-98B6-9564-2652-C9C5F4260883}"/>
              </a:ext>
            </a:extLst>
          </p:cNvPr>
          <p:cNvSpPr txBox="1"/>
          <p:nvPr/>
        </p:nvSpPr>
        <p:spPr>
          <a:xfrm>
            <a:off x="8822821" y="225208"/>
            <a:ext cx="3350597" cy="523220"/>
          </a:xfrm>
          <a:prstGeom prst="rect">
            <a:avLst/>
          </a:prstGeom>
          <a:noFill/>
        </p:spPr>
        <p:txBody>
          <a:bodyPr wrap="none" rtlCol="0" anchor="t">
            <a:spAutoFit/>
          </a:bodyPr>
          <a:lstStyle/>
          <a:p>
            <a:r>
              <a:rPr lang="en-US" altLang="zh-CN" sz="2800" b="1" dirty="0">
                <a:solidFill>
                  <a:schemeClr val="bg1"/>
                </a:solidFill>
                <a:latin typeface="兰亭黑-简" panose="02000000000000000000" charset="-122"/>
                <a:ea typeface="兰亭黑-简" panose="02000000000000000000" charset="-122"/>
                <a:sym typeface="+mn-ea"/>
              </a:rPr>
              <a:t>1.1 </a:t>
            </a:r>
            <a:r>
              <a:rPr lang="zh-CN" altLang="en-US" sz="2800" b="1" dirty="0">
                <a:solidFill>
                  <a:schemeClr val="bg1"/>
                </a:solidFill>
                <a:latin typeface="兰亭黑-简" panose="02000000000000000000" charset="-122"/>
                <a:ea typeface="兰亭黑-简" panose="02000000000000000000" charset="-122"/>
                <a:sym typeface="+mn-ea"/>
              </a:rPr>
              <a:t>研究背景及意义</a:t>
            </a:r>
          </a:p>
        </p:txBody>
      </p:sp>
      <p:grpSp>
        <p:nvGrpSpPr>
          <p:cNvPr id="8" name="组合 7">
            <a:extLst>
              <a:ext uri="{FF2B5EF4-FFF2-40B4-BE49-F238E27FC236}">
                <a16:creationId xmlns:a16="http://schemas.microsoft.com/office/drawing/2014/main" id="{A57C475D-7F6E-36F1-3895-0FAF2320FBF5}"/>
              </a:ext>
            </a:extLst>
          </p:cNvPr>
          <p:cNvGrpSpPr/>
          <p:nvPr/>
        </p:nvGrpSpPr>
        <p:grpSpPr>
          <a:xfrm>
            <a:off x="-59957" y="53728"/>
            <a:ext cx="12285617" cy="790577"/>
            <a:chOff x="-50432" y="53728"/>
            <a:chExt cx="12285617" cy="790577"/>
          </a:xfrm>
        </p:grpSpPr>
        <p:sp>
          <p:nvSpPr>
            <p:cNvPr id="9" name="六边形 24">
              <a:extLst>
                <a:ext uri="{FF2B5EF4-FFF2-40B4-BE49-F238E27FC236}">
                  <a16:creationId xmlns:a16="http://schemas.microsoft.com/office/drawing/2014/main" id="{F3FA07F1-40CA-4908-5F4F-34AD29BF7F58}"/>
                </a:ext>
              </a:extLst>
            </p:cNvPr>
            <p:cNvSpPr/>
            <p:nvPr/>
          </p:nvSpPr>
          <p:spPr>
            <a:xfrm>
              <a:off x="74468" y="769295"/>
              <a:ext cx="552450" cy="75010"/>
            </a:xfrm>
            <a:custGeom>
              <a:avLst/>
              <a:gdLst>
                <a:gd name="connsiteX0" fmla="*/ 0 w 747713"/>
                <a:gd name="connsiteY0" fmla="*/ 75010 h 150019"/>
                <a:gd name="connsiteX1" fmla="*/ 37505 w 747713"/>
                <a:gd name="connsiteY1" fmla="*/ 0 h 150019"/>
                <a:gd name="connsiteX2" fmla="*/ 710208 w 747713"/>
                <a:gd name="connsiteY2" fmla="*/ 0 h 150019"/>
                <a:gd name="connsiteX3" fmla="*/ 747713 w 747713"/>
                <a:gd name="connsiteY3" fmla="*/ 75010 h 150019"/>
                <a:gd name="connsiteX4" fmla="*/ 710208 w 747713"/>
                <a:gd name="connsiteY4" fmla="*/ 150019 h 150019"/>
                <a:gd name="connsiteX5" fmla="*/ 37505 w 747713"/>
                <a:gd name="connsiteY5" fmla="*/ 150019 h 150019"/>
                <a:gd name="connsiteX6" fmla="*/ 0 w 747713"/>
                <a:gd name="connsiteY6" fmla="*/ 75010 h 150019"/>
                <a:gd name="connsiteX0-1" fmla="*/ 37505 w 747713"/>
                <a:gd name="connsiteY0-2" fmla="*/ 0 h 150019"/>
                <a:gd name="connsiteX1-3" fmla="*/ 710208 w 747713"/>
                <a:gd name="connsiteY1-4" fmla="*/ 0 h 150019"/>
                <a:gd name="connsiteX2-5" fmla="*/ 747713 w 747713"/>
                <a:gd name="connsiteY2-6" fmla="*/ 75010 h 150019"/>
                <a:gd name="connsiteX3-7" fmla="*/ 710208 w 747713"/>
                <a:gd name="connsiteY3-8" fmla="*/ 150019 h 150019"/>
                <a:gd name="connsiteX4-9" fmla="*/ 37505 w 747713"/>
                <a:gd name="connsiteY4-10" fmla="*/ 150019 h 150019"/>
                <a:gd name="connsiteX5-11" fmla="*/ 0 w 747713"/>
                <a:gd name="connsiteY5-12" fmla="*/ 75010 h 150019"/>
                <a:gd name="connsiteX6-13" fmla="*/ 128945 w 747713"/>
                <a:gd name="connsiteY6-14" fmla="*/ 91440 h 150019"/>
                <a:gd name="connsiteX0-15" fmla="*/ 37505 w 747713"/>
                <a:gd name="connsiteY0-16" fmla="*/ 0 h 150019"/>
                <a:gd name="connsiteX1-17" fmla="*/ 710208 w 747713"/>
                <a:gd name="connsiteY1-18" fmla="*/ 0 h 150019"/>
                <a:gd name="connsiteX2-19" fmla="*/ 747713 w 747713"/>
                <a:gd name="connsiteY2-20" fmla="*/ 75010 h 150019"/>
                <a:gd name="connsiteX3-21" fmla="*/ 710208 w 747713"/>
                <a:gd name="connsiteY3-22" fmla="*/ 150019 h 150019"/>
                <a:gd name="connsiteX4-23" fmla="*/ 37505 w 747713"/>
                <a:gd name="connsiteY4-24" fmla="*/ 150019 h 150019"/>
                <a:gd name="connsiteX5-25" fmla="*/ 0 w 747713"/>
                <a:gd name="connsiteY5-26" fmla="*/ 75010 h 150019"/>
                <a:gd name="connsiteX0-27" fmla="*/ 710208 w 747713"/>
                <a:gd name="connsiteY0-28" fmla="*/ 0 h 150019"/>
                <a:gd name="connsiteX1-29" fmla="*/ 747713 w 747713"/>
                <a:gd name="connsiteY1-30" fmla="*/ 75010 h 150019"/>
                <a:gd name="connsiteX2-31" fmla="*/ 710208 w 747713"/>
                <a:gd name="connsiteY2-32" fmla="*/ 150019 h 150019"/>
                <a:gd name="connsiteX3-33" fmla="*/ 37505 w 747713"/>
                <a:gd name="connsiteY3-34" fmla="*/ 150019 h 150019"/>
                <a:gd name="connsiteX4-35" fmla="*/ 0 w 747713"/>
                <a:gd name="connsiteY4-36" fmla="*/ 75010 h 150019"/>
                <a:gd name="connsiteX0-37" fmla="*/ 672703 w 710208"/>
                <a:gd name="connsiteY0-38" fmla="*/ 0 h 150019"/>
                <a:gd name="connsiteX1-39" fmla="*/ 710208 w 710208"/>
                <a:gd name="connsiteY1-40" fmla="*/ 75010 h 150019"/>
                <a:gd name="connsiteX2-41" fmla="*/ 672703 w 710208"/>
                <a:gd name="connsiteY2-42" fmla="*/ 150019 h 150019"/>
                <a:gd name="connsiteX3-43" fmla="*/ 0 w 710208"/>
                <a:gd name="connsiteY3-44" fmla="*/ 150019 h 150019"/>
                <a:gd name="connsiteX0-45" fmla="*/ 710208 w 710208"/>
                <a:gd name="connsiteY0-46" fmla="*/ 0 h 75009"/>
                <a:gd name="connsiteX1-47" fmla="*/ 672703 w 710208"/>
                <a:gd name="connsiteY1-48" fmla="*/ 75009 h 75009"/>
                <a:gd name="connsiteX2-49" fmla="*/ 0 w 710208"/>
                <a:gd name="connsiteY2-50" fmla="*/ 75009 h 75009"/>
                <a:gd name="connsiteX0-51" fmla="*/ 710208 w 710208"/>
                <a:gd name="connsiteY0-52" fmla="*/ 0 h 75010"/>
                <a:gd name="connsiteX1-53" fmla="*/ 672703 w 710208"/>
                <a:gd name="connsiteY1-54" fmla="*/ 75009 h 75010"/>
                <a:gd name="connsiteX2-55" fmla="*/ 352016 w 710208"/>
                <a:gd name="connsiteY2-56" fmla="*/ 75010 h 75010"/>
                <a:gd name="connsiteX3-57" fmla="*/ 0 w 710208"/>
                <a:gd name="connsiteY3-58" fmla="*/ 75009 h 75010"/>
                <a:gd name="connsiteX0-59" fmla="*/ 358192 w 358192"/>
                <a:gd name="connsiteY0-60" fmla="*/ 0 h 75010"/>
                <a:gd name="connsiteX1-61" fmla="*/ 320687 w 358192"/>
                <a:gd name="connsiteY1-62" fmla="*/ 75009 h 75010"/>
                <a:gd name="connsiteX2-63" fmla="*/ 0 w 358192"/>
                <a:gd name="connsiteY2-64" fmla="*/ 75010 h 75010"/>
              </a:gdLst>
              <a:ahLst/>
              <a:cxnLst>
                <a:cxn ang="0">
                  <a:pos x="connsiteX0-1" y="connsiteY0-2"/>
                </a:cxn>
                <a:cxn ang="0">
                  <a:pos x="connsiteX1-3" y="connsiteY1-4"/>
                </a:cxn>
                <a:cxn ang="0">
                  <a:pos x="connsiteX2-5" y="connsiteY2-6"/>
                </a:cxn>
              </a:cxnLst>
              <a:rect l="l" t="t" r="r" b="b"/>
              <a:pathLst>
                <a:path w="358192" h="75010">
                  <a:moveTo>
                    <a:pt x="358192" y="0"/>
                  </a:moveTo>
                  <a:lnTo>
                    <a:pt x="320687" y="75009"/>
                  </a:lnTo>
                  <a:lnTo>
                    <a:pt x="0" y="75010"/>
                  </a:lnTo>
                </a:path>
              </a:pathLst>
            </a:custGeom>
            <a:noFill/>
            <a:ln>
              <a:solidFill>
                <a:srgbClr val="00B0F0"/>
              </a:solidFill>
              <a:tailEnd type="diamond"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0" name="矩形 9">
              <a:extLst>
                <a:ext uri="{FF2B5EF4-FFF2-40B4-BE49-F238E27FC236}">
                  <a16:creationId xmlns:a16="http://schemas.microsoft.com/office/drawing/2014/main" id="{36A19A15-9CF0-FB34-4425-8E45FBAEB7A0}"/>
                </a:ext>
              </a:extLst>
            </p:cNvPr>
            <p:cNvSpPr/>
            <p:nvPr/>
          </p:nvSpPr>
          <p:spPr>
            <a:xfrm flipV="1">
              <a:off x="5411" y="53728"/>
              <a:ext cx="12186591" cy="737445"/>
            </a:xfrm>
            <a:prstGeom prst="rect">
              <a:avLst/>
            </a:prstGeom>
            <a:gradFill flip="none" rotWithShape="1">
              <a:gsLst>
                <a:gs pos="0">
                  <a:srgbClr val="00448E">
                    <a:alpha val="15000"/>
                  </a:srgbClr>
                </a:gs>
                <a:gs pos="49000">
                  <a:srgbClr val="00448E">
                    <a:alpha val="0"/>
                  </a:srgbClr>
                </a:gs>
              </a:gsLst>
              <a:lin ang="5400000" scaled="1"/>
              <a:tileRect/>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1" name="矩形 10">
              <a:extLst>
                <a:ext uri="{FF2B5EF4-FFF2-40B4-BE49-F238E27FC236}">
                  <a16:creationId xmlns:a16="http://schemas.microsoft.com/office/drawing/2014/main" id="{A82687B6-C461-66E6-3E27-9697F5D9D348}"/>
                </a:ext>
              </a:extLst>
            </p:cNvPr>
            <p:cNvSpPr/>
            <p:nvPr/>
          </p:nvSpPr>
          <p:spPr>
            <a:xfrm>
              <a:off x="5411" y="762785"/>
              <a:ext cx="12229774" cy="45719"/>
            </a:xfrm>
            <a:prstGeom prst="rect">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mn-cs"/>
              </a:endParaRPr>
            </a:p>
          </p:txBody>
        </p:sp>
        <p:grpSp>
          <p:nvGrpSpPr>
            <p:cNvPr id="12" name="组合 11">
              <a:extLst>
                <a:ext uri="{FF2B5EF4-FFF2-40B4-BE49-F238E27FC236}">
                  <a16:creationId xmlns:a16="http://schemas.microsoft.com/office/drawing/2014/main" id="{6C157002-AE4A-2CDE-1131-549199E97670}"/>
                </a:ext>
              </a:extLst>
            </p:cNvPr>
            <p:cNvGrpSpPr/>
            <p:nvPr/>
          </p:nvGrpSpPr>
          <p:grpSpPr>
            <a:xfrm>
              <a:off x="-50432" y="682379"/>
              <a:ext cx="539237" cy="94600"/>
              <a:chOff x="-55843" y="628650"/>
              <a:chExt cx="539237" cy="94600"/>
            </a:xfrm>
          </p:grpSpPr>
          <p:sp>
            <p:nvSpPr>
              <p:cNvPr id="17" name="平行四边形 16">
                <a:extLst>
                  <a:ext uri="{FF2B5EF4-FFF2-40B4-BE49-F238E27FC236}">
                    <a16:creationId xmlns:a16="http://schemas.microsoft.com/office/drawing/2014/main" id="{EAE0F5B2-30D5-4446-A374-F1B25AD52D2D}"/>
                  </a:ext>
                </a:extLst>
              </p:cNvPr>
              <p:cNvSpPr/>
              <p:nvPr/>
            </p:nvSpPr>
            <p:spPr>
              <a:xfrm flipH="1">
                <a:off x="-55843"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8" name="平行四边形 17">
                <a:extLst>
                  <a:ext uri="{FF2B5EF4-FFF2-40B4-BE49-F238E27FC236}">
                    <a16:creationId xmlns:a16="http://schemas.microsoft.com/office/drawing/2014/main" id="{14E3BF1B-3E4A-4D50-977E-2D3D9C959973}"/>
                  </a:ext>
                </a:extLst>
              </p:cNvPr>
              <p:cNvSpPr/>
              <p:nvPr/>
            </p:nvSpPr>
            <p:spPr>
              <a:xfrm flipH="1">
                <a:off x="29990"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9" name="平行四边形 18">
                <a:extLst>
                  <a:ext uri="{FF2B5EF4-FFF2-40B4-BE49-F238E27FC236}">
                    <a16:creationId xmlns:a16="http://schemas.microsoft.com/office/drawing/2014/main" id="{94CABC9C-F627-3B22-2F0E-EAC8F381DE5D}"/>
                  </a:ext>
                </a:extLst>
              </p:cNvPr>
              <p:cNvSpPr/>
              <p:nvPr/>
            </p:nvSpPr>
            <p:spPr>
              <a:xfrm flipH="1">
                <a:off x="115823"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20" name="平行四边形 19">
                <a:extLst>
                  <a:ext uri="{FF2B5EF4-FFF2-40B4-BE49-F238E27FC236}">
                    <a16:creationId xmlns:a16="http://schemas.microsoft.com/office/drawing/2014/main" id="{09FD6067-6970-419F-F098-86BDC86D0119}"/>
                  </a:ext>
                </a:extLst>
              </p:cNvPr>
              <p:cNvSpPr/>
              <p:nvPr/>
            </p:nvSpPr>
            <p:spPr>
              <a:xfrm flipH="1">
                <a:off x="201656"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21" name="平行四边形 20">
                <a:extLst>
                  <a:ext uri="{FF2B5EF4-FFF2-40B4-BE49-F238E27FC236}">
                    <a16:creationId xmlns:a16="http://schemas.microsoft.com/office/drawing/2014/main" id="{797C23CA-AAF6-C4A7-E8F9-60B228FCA35A}"/>
                  </a:ext>
                </a:extLst>
              </p:cNvPr>
              <p:cNvSpPr/>
              <p:nvPr/>
            </p:nvSpPr>
            <p:spPr>
              <a:xfrm flipH="1">
                <a:off x="287489"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22" name="平行四边形 21">
                <a:extLst>
                  <a:ext uri="{FF2B5EF4-FFF2-40B4-BE49-F238E27FC236}">
                    <a16:creationId xmlns:a16="http://schemas.microsoft.com/office/drawing/2014/main" id="{B16ADA41-045E-D57C-8B91-EB384D16BCB5}"/>
                  </a:ext>
                </a:extLst>
              </p:cNvPr>
              <p:cNvSpPr/>
              <p:nvPr/>
            </p:nvSpPr>
            <p:spPr>
              <a:xfrm flipH="1">
                <a:off x="373320" y="628650"/>
                <a:ext cx="110074" cy="94600"/>
              </a:xfrm>
              <a:prstGeom prst="parallelogram">
                <a:avLst>
                  <a:gd name="adj" fmla="val 59000"/>
                </a:avLst>
              </a:prstGeom>
              <a:solidFill>
                <a:srgbClr val="005EB1"/>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mn-cs"/>
                </a:endParaRPr>
              </a:p>
            </p:txBody>
          </p:sp>
        </p:grpSp>
        <p:sp>
          <p:nvSpPr>
            <p:cNvPr id="13" name="平行四边形 12">
              <a:extLst>
                <a:ext uri="{FF2B5EF4-FFF2-40B4-BE49-F238E27FC236}">
                  <a16:creationId xmlns:a16="http://schemas.microsoft.com/office/drawing/2014/main" id="{EBFE539D-DA92-35D8-6770-D9002A277587}"/>
                </a:ext>
              </a:extLst>
            </p:cNvPr>
            <p:cNvSpPr/>
            <p:nvPr/>
          </p:nvSpPr>
          <p:spPr>
            <a:xfrm>
              <a:off x="514462" y="800588"/>
              <a:ext cx="69503" cy="31175"/>
            </a:xfrm>
            <a:prstGeom prst="parallelogram">
              <a:avLst>
                <a:gd name="adj" fmla="val 74000"/>
              </a:avLst>
            </a:prstGeom>
            <a:solidFill>
              <a:srgbClr val="00B0F0">
                <a:alpha val="30000"/>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5" name="平行四边形 14">
              <a:extLst>
                <a:ext uri="{FF2B5EF4-FFF2-40B4-BE49-F238E27FC236}">
                  <a16:creationId xmlns:a16="http://schemas.microsoft.com/office/drawing/2014/main" id="{5F1CE2EC-5DEE-8211-6C46-858D663FEA1C}"/>
                </a:ext>
              </a:extLst>
            </p:cNvPr>
            <p:cNvSpPr/>
            <p:nvPr/>
          </p:nvSpPr>
          <p:spPr>
            <a:xfrm>
              <a:off x="445406" y="800588"/>
              <a:ext cx="69503" cy="31175"/>
            </a:xfrm>
            <a:prstGeom prst="parallelogram">
              <a:avLst>
                <a:gd name="adj" fmla="val 74000"/>
              </a:avLst>
            </a:prstGeom>
            <a:solidFill>
              <a:srgbClr val="00B0F0">
                <a:alpha val="20000"/>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sp>
          <p:nvSpPr>
            <p:cNvPr id="16" name="平行四边形 15">
              <a:extLst>
                <a:ext uri="{FF2B5EF4-FFF2-40B4-BE49-F238E27FC236}">
                  <a16:creationId xmlns:a16="http://schemas.microsoft.com/office/drawing/2014/main" id="{53140B29-533C-060D-659E-6B218D9E838D}"/>
                </a:ext>
              </a:extLst>
            </p:cNvPr>
            <p:cNvSpPr/>
            <p:nvPr/>
          </p:nvSpPr>
          <p:spPr>
            <a:xfrm>
              <a:off x="376350" y="800588"/>
              <a:ext cx="69503" cy="31175"/>
            </a:xfrm>
            <a:prstGeom prst="parallelogram">
              <a:avLst>
                <a:gd name="adj" fmla="val 74000"/>
              </a:avLst>
            </a:prstGeom>
            <a:solidFill>
              <a:srgbClr val="00B0F0">
                <a:alpha val="10000"/>
              </a:srgb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mn-cs"/>
              </a:endParaRPr>
            </a:p>
          </p:txBody>
        </p:sp>
      </p:grpSp>
      <p:sp>
        <p:nvSpPr>
          <p:cNvPr id="33" name="矩形 32">
            <a:extLst>
              <a:ext uri="{FF2B5EF4-FFF2-40B4-BE49-F238E27FC236}">
                <a16:creationId xmlns:a16="http://schemas.microsoft.com/office/drawing/2014/main" id="{E7FB7350-77F8-DE45-4583-09AF889AB847}"/>
              </a:ext>
            </a:extLst>
          </p:cNvPr>
          <p:cNvSpPr/>
          <p:nvPr/>
        </p:nvSpPr>
        <p:spPr>
          <a:xfrm>
            <a:off x="11715750" y="6429539"/>
            <a:ext cx="476250" cy="428461"/>
          </a:xfrm>
          <a:prstGeom prst="rect">
            <a:avLst/>
          </a:prstGeom>
          <a:solidFill>
            <a:srgbClr val="0044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latin typeface="微软雅黑" panose="020B0503020204020204" pitchFamily="34" charset="-122"/>
                <a:ea typeface="微软雅黑" panose="020B0503020204020204" pitchFamily="34" charset="-122"/>
                <a:cs typeface="Times New Roman" panose="02020603050405020304" pitchFamily="18" charset="0"/>
              </a:rPr>
              <a:t>11</a:t>
            </a:r>
            <a:endParaRPr kumimoji="1" lang="zh-CN" altLang="en-US"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文本框 3">
            <a:extLst>
              <a:ext uri="{FF2B5EF4-FFF2-40B4-BE49-F238E27FC236}">
                <a16:creationId xmlns:a16="http://schemas.microsoft.com/office/drawing/2014/main" id="{A34CC3C6-1EF2-04A3-5B90-4D42601DBD0E}"/>
              </a:ext>
            </a:extLst>
          </p:cNvPr>
          <p:cNvSpPr txBox="1"/>
          <p:nvPr/>
        </p:nvSpPr>
        <p:spPr>
          <a:xfrm>
            <a:off x="4685025" y="1005748"/>
            <a:ext cx="2808312" cy="523220"/>
          </a:xfrm>
          <a:prstGeom prst="rect">
            <a:avLst/>
          </a:prstGeom>
          <a:solidFill>
            <a:srgbClr val="0070C0"/>
          </a:solidFill>
          <a:ln w="25400" cap="flat" cmpd="sng" algn="ctr">
            <a:noFill/>
            <a:prstDash val="solid"/>
          </a:ln>
          <a:effectLst/>
        </p:spPr>
        <p:txBody>
          <a:bodyPr wrap="squar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zh-CN" altLang="en-US" sz="28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思考题</a:t>
            </a:r>
            <a:endParaRPr kumimoji="0" lang="zh-CN" altLang="en-US" sz="28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grpSp>
        <p:nvGrpSpPr>
          <p:cNvPr id="5" name="组合 4" descr="7b0a202020202274657874626f78223a20227b5c2269645c223a32303334323137352c5c2263617465676f72795f69645c223a5c225c227d220a7d0a">
            <a:extLst>
              <a:ext uri="{FF2B5EF4-FFF2-40B4-BE49-F238E27FC236}">
                <a16:creationId xmlns:a16="http://schemas.microsoft.com/office/drawing/2014/main" id="{F61DA424-0637-D9E6-BADE-870AC26656E8}"/>
              </a:ext>
            </a:extLst>
          </p:cNvPr>
          <p:cNvGrpSpPr/>
          <p:nvPr/>
        </p:nvGrpSpPr>
        <p:grpSpPr>
          <a:xfrm>
            <a:off x="1886616" y="2315472"/>
            <a:ext cx="8353618" cy="2950474"/>
            <a:chOff x="5628" y="3722"/>
            <a:chExt cx="7944" cy="3283"/>
          </a:xfrm>
        </p:grpSpPr>
        <p:grpSp>
          <p:nvGrpSpPr>
            <p:cNvPr id="6" name="图形 901">
              <a:extLst>
                <a:ext uri="{FF2B5EF4-FFF2-40B4-BE49-F238E27FC236}">
                  <a16:creationId xmlns:a16="http://schemas.microsoft.com/office/drawing/2014/main" id="{39AAC9C3-C200-2575-A66D-646519F8494D}"/>
                </a:ext>
              </a:extLst>
            </p:cNvPr>
            <p:cNvGrpSpPr/>
            <p:nvPr/>
          </p:nvGrpSpPr>
          <p:grpSpPr>
            <a:xfrm>
              <a:off x="5628" y="3722"/>
              <a:ext cx="7944" cy="3283"/>
              <a:chOff x="3573779" y="2386541"/>
              <a:chExt cx="5044442" cy="2084918"/>
            </a:xfrm>
          </p:grpSpPr>
          <p:sp>
            <p:nvSpPr>
              <p:cNvPr id="14" name="任意多边形: 形状 13">
                <a:extLst>
                  <a:ext uri="{FF2B5EF4-FFF2-40B4-BE49-F238E27FC236}">
                    <a16:creationId xmlns:a16="http://schemas.microsoft.com/office/drawing/2014/main" id="{AD9CBA7C-49D4-6092-810B-40F66853E7A6}"/>
                  </a:ext>
                </a:extLst>
              </p:cNvPr>
              <p:cNvSpPr/>
              <p:nvPr/>
            </p:nvSpPr>
            <p:spPr>
              <a:xfrm>
                <a:off x="3858246" y="2562345"/>
                <a:ext cx="4518795" cy="1787198"/>
              </a:xfrm>
              <a:custGeom>
                <a:avLst/>
                <a:gdLst>
                  <a:gd name="connsiteX0" fmla="*/ 3167132 w 4518795"/>
                  <a:gd name="connsiteY0" fmla="*/ 0 h 1787198"/>
                  <a:gd name="connsiteX1" fmla="*/ 4518796 w 4518795"/>
                  <a:gd name="connsiteY1" fmla="*/ 0 h 1787198"/>
                  <a:gd name="connsiteX2" fmla="*/ 4518796 w 4518795"/>
                  <a:gd name="connsiteY2" fmla="*/ 1787199 h 1787198"/>
                  <a:gd name="connsiteX3" fmla="*/ 0 w 4518795"/>
                  <a:gd name="connsiteY3" fmla="*/ 1787199 h 1787198"/>
                  <a:gd name="connsiteX4" fmla="*/ 0 w 4518795"/>
                  <a:gd name="connsiteY4" fmla="*/ 0 h 1787198"/>
                  <a:gd name="connsiteX5" fmla="*/ 1320743 w 4518795"/>
                  <a:gd name="connsiteY5" fmla="*/ 0 h 178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18795" h="1787198">
                    <a:moveTo>
                      <a:pt x="3167132" y="0"/>
                    </a:moveTo>
                    <a:lnTo>
                      <a:pt x="4518796" y="0"/>
                    </a:lnTo>
                    <a:lnTo>
                      <a:pt x="4518796" y="1787199"/>
                    </a:lnTo>
                    <a:lnTo>
                      <a:pt x="0" y="1787199"/>
                    </a:lnTo>
                    <a:lnTo>
                      <a:pt x="0" y="0"/>
                    </a:lnTo>
                    <a:lnTo>
                      <a:pt x="1320743" y="0"/>
                    </a:lnTo>
                  </a:path>
                </a:pathLst>
              </a:custGeom>
              <a:noFill/>
              <a:ln w="26473" cap="flat">
                <a:solidFill>
                  <a:srgbClr val="EB6559"/>
                </a:solid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23" name="任意多边形: 形状 22">
                <a:extLst>
                  <a:ext uri="{FF2B5EF4-FFF2-40B4-BE49-F238E27FC236}">
                    <a16:creationId xmlns:a16="http://schemas.microsoft.com/office/drawing/2014/main" id="{E147A7C0-F3E2-B3E0-CEAD-A6463430DF76}"/>
                  </a:ext>
                </a:extLst>
              </p:cNvPr>
              <p:cNvSpPr/>
              <p:nvPr/>
            </p:nvSpPr>
            <p:spPr>
              <a:xfrm>
                <a:off x="3769019" y="2418344"/>
                <a:ext cx="90994" cy="2055764"/>
              </a:xfrm>
              <a:custGeom>
                <a:avLst/>
                <a:gdLst>
                  <a:gd name="connsiteX0" fmla="*/ 65375 w 90994"/>
                  <a:gd name="connsiteY0" fmla="*/ 2055765 h 2055764"/>
                  <a:gd name="connsiteX1" fmla="*/ 25620 w 90994"/>
                  <a:gd name="connsiteY1" fmla="*/ 2055765 h 2055764"/>
                  <a:gd name="connsiteX2" fmla="*/ 0 w 90994"/>
                  <a:gd name="connsiteY2" fmla="*/ 2030145 h 2055764"/>
                  <a:gd name="connsiteX3" fmla="*/ 0 w 90994"/>
                  <a:gd name="connsiteY3" fmla="*/ 25620 h 2055764"/>
                  <a:gd name="connsiteX4" fmla="*/ 25620 w 90994"/>
                  <a:gd name="connsiteY4" fmla="*/ 0 h 2055764"/>
                  <a:gd name="connsiteX5" fmla="*/ 65375 w 90994"/>
                  <a:gd name="connsiteY5" fmla="*/ 0 h 2055764"/>
                  <a:gd name="connsiteX6" fmla="*/ 90994 w 90994"/>
                  <a:gd name="connsiteY6" fmla="*/ 25620 h 2055764"/>
                  <a:gd name="connsiteX7" fmla="*/ 90994 w 90994"/>
                  <a:gd name="connsiteY7" fmla="*/ 2030145 h 2055764"/>
                  <a:gd name="connsiteX8" fmla="*/ 65375 w 90994"/>
                  <a:gd name="connsiteY8" fmla="*/ 2055765 h 2055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994" h="2055764">
                    <a:moveTo>
                      <a:pt x="65375" y="2055765"/>
                    </a:moveTo>
                    <a:lnTo>
                      <a:pt x="25620" y="2055765"/>
                    </a:lnTo>
                    <a:cubicBezTo>
                      <a:pt x="11485" y="2055765"/>
                      <a:pt x="0" y="2044280"/>
                      <a:pt x="0" y="2030145"/>
                    </a:cubicBezTo>
                    <a:lnTo>
                      <a:pt x="0" y="25620"/>
                    </a:lnTo>
                    <a:cubicBezTo>
                      <a:pt x="0" y="11485"/>
                      <a:pt x="11485" y="0"/>
                      <a:pt x="25620" y="0"/>
                    </a:cubicBezTo>
                    <a:lnTo>
                      <a:pt x="65375" y="0"/>
                    </a:lnTo>
                    <a:cubicBezTo>
                      <a:pt x="79510" y="0"/>
                      <a:pt x="90994" y="11485"/>
                      <a:pt x="90994" y="25620"/>
                    </a:cubicBezTo>
                    <a:lnTo>
                      <a:pt x="90994" y="2030145"/>
                    </a:lnTo>
                    <a:cubicBezTo>
                      <a:pt x="90994" y="2044280"/>
                      <a:pt x="79510" y="2055765"/>
                      <a:pt x="65375" y="2055765"/>
                    </a:cubicBezTo>
                    <a:close/>
                  </a:path>
                </a:pathLst>
              </a:custGeom>
              <a:solidFill>
                <a:srgbClr val="D14D41"/>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grpSp>
            <p:nvGrpSpPr>
              <p:cNvPr id="25" name="图形 901">
                <a:extLst>
                  <a:ext uri="{FF2B5EF4-FFF2-40B4-BE49-F238E27FC236}">
                    <a16:creationId xmlns:a16="http://schemas.microsoft.com/office/drawing/2014/main" id="{9F7F2EDF-B576-E00B-BC44-B61F3229955A}"/>
                  </a:ext>
                </a:extLst>
              </p:cNvPr>
              <p:cNvGrpSpPr/>
              <p:nvPr/>
            </p:nvGrpSpPr>
            <p:grpSpPr>
              <a:xfrm>
                <a:off x="5924612" y="2386541"/>
                <a:ext cx="366627" cy="348958"/>
                <a:chOff x="5924612" y="2386541"/>
                <a:chExt cx="366627" cy="348958"/>
              </a:xfrm>
            </p:grpSpPr>
            <p:sp>
              <p:nvSpPr>
                <p:cNvPr id="97" name="任意多边形: 形状 96">
                  <a:extLst>
                    <a:ext uri="{FF2B5EF4-FFF2-40B4-BE49-F238E27FC236}">
                      <a16:creationId xmlns:a16="http://schemas.microsoft.com/office/drawing/2014/main" id="{4A1A2A67-E42F-DA7A-A445-547B4763D6E3}"/>
                    </a:ext>
                  </a:extLst>
                </p:cNvPr>
                <p:cNvSpPr/>
                <p:nvPr/>
              </p:nvSpPr>
              <p:spPr>
                <a:xfrm>
                  <a:off x="5924612" y="2386541"/>
                  <a:ext cx="366627" cy="348958"/>
                </a:xfrm>
                <a:custGeom>
                  <a:avLst/>
                  <a:gdLst>
                    <a:gd name="connsiteX0" fmla="*/ 366628 w 366627"/>
                    <a:gd name="connsiteY0" fmla="*/ 133399 h 348958"/>
                    <a:gd name="connsiteX1" fmla="*/ 250013 w 366627"/>
                    <a:gd name="connsiteY1" fmla="*/ 100712 h 348958"/>
                    <a:gd name="connsiteX2" fmla="*/ 183755 w 366627"/>
                    <a:gd name="connsiteY2" fmla="*/ 0 h 348958"/>
                    <a:gd name="connsiteX3" fmla="*/ 117497 w 366627"/>
                    <a:gd name="connsiteY3" fmla="*/ 100712 h 348958"/>
                    <a:gd name="connsiteX4" fmla="*/ 0 w 366627"/>
                    <a:gd name="connsiteY4" fmla="*/ 133399 h 348958"/>
                    <a:gd name="connsiteX5" fmla="*/ 75976 w 366627"/>
                    <a:gd name="connsiteY5" fmla="*/ 227927 h 348958"/>
                    <a:gd name="connsiteX6" fmla="*/ 70675 w 366627"/>
                    <a:gd name="connsiteY6" fmla="*/ 348959 h 348958"/>
                    <a:gd name="connsiteX7" fmla="*/ 183755 w 366627"/>
                    <a:gd name="connsiteY7" fmla="*/ 306554 h 348958"/>
                    <a:gd name="connsiteX8" fmla="*/ 296836 w 366627"/>
                    <a:gd name="connsiteY8" fmla="*/ 348959 h 348958"/>
                    <a:gd name="connsiteX9" fmla="*/ 291535 w 366627"/>
                    <a:gd name="connsiteY9" fmla="*/ 227927 h 34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6627" h="348958">
                      <a:moveTo>
                        <a:pt x="366628" y="133399"/>
                      </a:moveTo>
                      <a:lnTo>
                        <a:pt x="250013" y="100712"/>
                      </a:lnTo>
                      <a:lnTo>
                        <a:pt x="183755" y="0"/>
                      </a:lnTo>
                      <a:lnTo>
                        <a:pt x="117497" y="100712"/>
                      </a:lnTo>
                      <a:lnTo>
                        <a:pt x="0" y="133399"/>
                      </a:lnTo>
                      <a:lnTo>
                        <a:pt x="75976" y="227927"/>
                      </a:lnTo>
                      <a:lnTo>
                        <a:pt x="70675" y="348959"/>
                      </a:lnTo>
                      <a:lnTo>
                        <a:pt x="183755" y="306554"/>
                      </a:lnTo>
                      <a:lnTo>
                        <a:pt x="296836" y="348959"/>
                      </a:lnTo>
                      <a:lnTo>
                        <a:pt x="291535" y="227927"/>
                      </a:lnTo>
                      <a:close/>
                    </a:path>
                  </a:pathLst>
                </a:custGeom>
                <a:solidFill>
                  <a:srgbClr val="EB6559"/>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grpSp>
              <p:nvGrpSpPr>
                <p:cNvPr id="98" name="图形 901">
                  <a:extLst>
                    <a:ext uri="{FF2B5EF4-FFF2-40B4-BE49-F238E27FC236}">
                      <a16:creationId xmlns:a16="http://schemas.microsoft.com/office/drawing/2014/main" id="{3148106F-8F1D-FB03-A150-CE97738DDA54}"/>
                    </a:ext>
                  </a:extLst>
                </p:cNvPr>
                <p:cNvGrpSpPr/>
                <p:nvPr/>
              </p:nvGrpSpPr>
              <p:grpSpPr>
                <a:xfrm>
                  <a:off x="5962600" y="2422762"/>
                  <a:ext cx="291535" cy="276516"/>
                  <a:chOff x="5962600" y="2422762"/>
                  <a:chExt cx="291535" cy="276516"/>
                </a:xfrm>
              </p:grpSpPr>
              <p:sp>
                <p:nvSpPr>
                  <p:cNvPr id="99" name="任意多边形: 形状 98">
                    <a:extLst>
                      <a:ext uri="{FF2B5EF4-FFF2-40B4-BE49-F238E27FC236}">
                        <a16:creationId xmlns:a16="http://schemas.microsoft.com/office/drawing/2014/main" id="{CBF3B0A3-E5A2-5F08-1186-EEB053C36C0F}"/>
                      </a:ext>
                    </a:extLst>
                  </p:cNvPr>
                  <p:cNvSpPr/>
                  <p:nvPr/>
                </p:nvSpPr>
                <p:spPr>
                  <a:xfrm>
                    <a:off x="5962600" y="2502271"/>
                    <a:ext cx="145767" cy="58307"/>
                  </a:xfrm>
                  <a:custGeom>
                    <a:avLst/>
                    <a:gdLst>
                      <a:gd name="connsiteX0" fmla="*/ 92761 w 145767"/>
                      <a:gd name="connsiteY0" fmla="*/ 0 h 58307"/>
                      <a:gd name="connsiteX1" fmla="*/ 0 w 145767"/>
                      <a:gd name="connsiteY1" fmla="*/ 25620 h 58307"/>
                      <a:gd name="connsiteX2" fmla="*/ 145768 w 145767"/>
                      <a:gd name="connsiteY2" fmla="*/ 58307 h 58307"/>
                    </a:gdLst>
                    <a:ahLst/>
                    <a:cxnLst>
                      <a:cxn ang="0">
                        <a:pos x="connsiteX0" y="connsiteY0"/>
                      </a:cxn>
                      <a:cxn ang="0">
                        <a:pos x="connsiteX1" y="connsiteY1"/>
                      </a:cxn>
                      <a:cxn ang="0">
                        <a:pos x="connsiteX2" y="connsiteY2"/>
                      </a:cxn>
                    </a:cxnLst>
                    <a:rect l="l" t="t" r="r" b="b"/>
                    <a:pathLst>
                      <a:path w="145767" h="58307">
                        <a:moveTo>
                          <a:pt x="92761" y="0"/>
                        </a:moveTo>
                        <a:lnTo>
                          <a:pt x="0" y="25620"/>
                        </a:lnTo>
                        <a:lnTo>
                          <a:pt x="145768" y="58307"/>
                        </a:lnTo>
                        <a:close/>
                      </a:path>
                    </a:pathLst>
                  </a:custGeom>
                  <a:solidFill>
                    <a:srgbClr val="FFF385"/>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100" name="任意多边形: 形状 99">
                    <a:extLst>
                      <a:ext uri="{FF2B5EF4-FFF2-40B4-BE49-F238E27FC236}">
                        <a16:creationId xmlns:a16="http://schemas.microsoft.com/office/drawing/2014/main" id="{87F46048-033B-A5DE-14F3-31B036CC206A}"/>
                      </a:ext>
                    </a:extLst>
                  </p:cNvPr>
                  <p:cNvSpPr/>
                  <p:nvPr/>
                </p:nvSpPr>
                <p:spPr>
                  <a:xfrm>
                    <a:off x="6108368" y="2422762"/>
                    <a:ext cx="53006" cy="137816"/>
                  </a:xfrm>
                  <a:custGeom>
                    <a:avLst/>
                    <a:gdLst>
                      <a:gd name="connsiteX0" fmla="*/ 53006 w 53006"/>
                      <a:gd name="connsiteY0" fmla="*/ 79510 h 137816"/>
                      <a:gd name="connsiteX1" fmla="*/ 0 w 53006"/>
                      <a:gd name="connsiteY1" fmla="*/ 0 h 137816"/>
                      <a:gd name="connsiteX2" fmla="*/ 0 w 53006"/>
                      <a:gd name="connsiteY2" fmla="*/ 137817 h 137816"/>
                    </a:gdLst>
                    <a:ahLst/>
                    <a:cxnLst>
                      <a:cxn ang="0">
                        <a:pos x="connsiteX0" y="connsiteY0"/>
                      </a:cxn>
                      <a:cxn ang="0">
                        <a:pos x="connsiteX1" y="connsiteY1"/>
                      </a:cxn>
                      <a:cxn ang="0">
                        <a:pos x="connsiteX2" y="connsiteY2"/>
                      </a:cxn>
                    </a:cxnLst>
                    <a:rect l="l" t="t" r="r" b="b"/>
                    <a:pathLst>
                      <a:path w="53006" h="137816">
                        <a:moveTo>
                          <a:pt x="53006" y="79510"/>
                        </a:moveTo>
                        <a:lnTo>
                          <a:pt x="0" y="0"/>
                        </a:lnTo>
                        <a:lnTo>
                          <a:pt x="0" y="137817"/>
                        </a:lnTo>
                        <a:close/>
                      </a:path>
                    </a:pathLst>
                  </a:custGeom>
                  <a:solidFill>
                    <a:srgbClr val="FFF385"/>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101" name="任意多边形: 形状 100">
                    <a:extLst>
                      <a:ext uri="{FF2B5EF4-FFF2-40B4-BE49-F238E27FC236}">
                        <a16:creationId xmlns:a16="http://schemas.microsoft.com/office/drawing/2014/main" id="{F9422400-B87F-0D89-048A-32C121535163}"/>
                      </a:ext>
                    </a:extLst>
                  </p:cNvPr>
                  <p:cNvSpPr/>
                  <p:nvPr/>
                </p:nvSpPr>
                <p:spPr>
                  <a:xfrm>
                    <a:off x="6055361" y="2422762"/>
                    <a:ext cx="53006" cy="137816"/>
                  </a:xfrm>
                  <a:custGeom>
                    <a:avLst/>
                    <a:gdLst>
                      <a:gd name="connsiteX0" fmla="*/ 53006 w 53006"/>
                      <a:gd name="connsiteY0" fmla="*/ 0 h 137816"/>
                      <a:gd name="connsiteX1" fmla="*/ 0 w 53006"/>
                      <a:gd name="connsiteY1" fmla="*/ 79510 h 137816"/>
                      <a:gd name="connsiteX2" fmla="*/ 53006 w 53006"/>
                      <a:gd name="connsiteY2" fmla="*/ 137817 h 137816"/>
                    </a:gdLst>
                    <a:ahLst/>
                    <a:cxnLst>
                      <a:cxn ang="0">
                        <a:pos x="connsiteX0" y="connsiteY0"/>
                      </a:cxn>
                      <a:cxn ang="0">
                        <a:pos x="connsiteX1" y="connsiteY1"/>
                      </a:cxn>
                      <a:cxn ang="0">
                        <a:pos x="connsiteX2" y="connsiteY2"/>
                      </a:cxn>
                    </a:cxnLst>
                    <a:rect l="l" t="t" r="r" b="b"/>
                    <a:pathLst>
                      <a:path w="53006" h="137816">
                        <a:moveTo>
                          <a:pt x="53006" y="0"/>
                        </a:moveTo>
                        <a:lnTo>
                          <a:pt x="0" y="79510"/>
                        </a:lnTo>
                        <a:lnTo>
                          <a:pt x="53006" y="137817"/>
                        </a:lnTo>
                        <a:close/>
                      </a:path>
                    </a:pathLst>
                  </a:custGeom>
                  <a:solidFill>
                    <a:srgbClr val="FFC45E"/>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102" name="任意多边形: 形状 101">
                    <a:extLst>
                      <a:ext uri="{FF2B5EF4-FFF2-40B4-BE49-F238E27FC236}">
                        <a16:creationId xmlns:a16="http://schemas.microsoft.com/office/drawing/2014/main" id="{770DF334-98FE-605C-D9CE-AF2B694C1F39}"/>
                      </a:ext>
                    </a:extLst>
                  </p:cNvPr>
                  <p:cNvSpPr/>
                  <p:nvPr/>
                </p:nvSpPr>
                <p:spPr>
                  <a:xfrm>
                    <a:off x="6108368" y="2527891"/>
                    <a:ext cx="145767" cy="75092"/>
                  </a:xfrm>
                  <a:custGeom>
                    <a:avLst/>
                    <a:gdLst>
                      <a:gd name="connsiteX0" fmla="*/ 85694 w 145767"/>
                      <a:gd name="connsiteY0" fmla="*/ 75092 h 75092"/>
                      <a:gd name="connsiteX1" fmla="*/ 145768 w 145767"/>
                      <a:gd name="connsiteY1" fmla="*/ 0 h 75092"/>
                      <a:gd name="connsiteX2" fmla="*/ 0 w 145767"/>
                      <a:gd name="connsiteY2" fmla="*/ 32687 h 75092"/>
                    </a:gdLst>
                    <a:ahLst/>
                    <a:cxnLst>
                      <a:cxn ang="0">
                        <a:pos x="connsiteX0" y="connsiteY0"/>
                      </a:cxn>
                      <a:cxn ang="0">
                        <a:pos x="connsiteX1" y="connsiteY1"/>
                      </a:cxn>
                      <a:cxn ang="0">
                        <a:pos x="connsiteX2" y="connsiteY2"/>
                      </a:cxn>
                    </a:cxnLst>
                    <a:rect l="l" t="t" r="r" b="b"/>
                    <a:pathLst>
                      <a:path w="145767" h="75092">
                        <a:moveTo>
                          <a:pt x="85694" y="75092"/>
                        </a:moveTo>
                        <a:lnTo>
                          <a:pt x="145768" y="0"/>
                        </a:lnTo>
                        <a:lnTo>
                          <a:pt x="0" y="32687"/>
                        </a:lnTo>
                        <a:close/>
                      </a:path>
                    </a:pathLst>
                  </a:custGeom>
                  <a:solidFill>
                    <a:srgbClr val="FFF385"/>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103" name="任意多边形: 形状 102">
                    <a:extLst>
                      <a:ext uri="{FF2B5EF4-FFF2-40B4-BE49-F238E27FC236}">
                        <a16:creationId xmlns:a16="http://schemas.microsoft.com/office/drawing/2014/main" id="{BF0DC99D-270C-29B9-F2BD-F39321647BAB}"/>
                      </a:ext>
                    </a:extLst>
                  </p:cNvPr>
                  <p:cNvSpPr/>
                  <p:nvPr/>
                </p:nvSpPr>
                <p:spPr>
                  <a:xfrm>
                    <a:off x="6108368" y="2502271"/>
                    <a:ext cx="145767" cy="58307"/>
                  </a:xfrm>
                  <a:custGeom>
                    <a:avLst/>
                    <a:gdLst>
                      <a:gd name="connsiteX0" fmla="*/ 145768 w 145767"/>
                      <a:gd name="connsiteY0" fmla="*/ 25620 h 58307"/>
                      <a:gd name="connsiteX1" fmla="*/ 53006 w 145767"/>
                      <a:gd name="connsiteY1" fmla="*/ 0 h 58307"/>
                      <a:gd name="connsiteX2" fmla="*/ 0 w 145767"/>
                      <a:gd name="connsiteY2" fmla="*/ 58307 h 58307"/>
                    </a:gdLst>
                    <a:ahLst/>
                    <a:cxnLst>
                      <a:cxn ang="0">
                        <a:pos x="connsiteX0" y="connsiteY0"/>
                      </a:cxn>
                      <a:cxn ang="0">
                        <a:pos x="connsiteX1" y="connsiteY1"/>
                      </a:cxn>
                      <a:cxn ang="0">
                        <a:pos x="connsiteX2" y="connsiteY2"/>
                      </a:cxn>
                    </a:cxnLst>
                    <a:rect l="l" t="t" r="r" b="b"/>
                    <a:pathLst>
                      <a:path w="145767" h="58307">
                        <a:moveTo>
                          <a:pt x="145768" y="25620"/>
                        </a:moveTo>
                        <a:lnTo>
                          <a:pt x="53006" y="0"/>
                        </a:lnTo>
                        <a:lnTo>
                          <a:pt x="0" y="58307"/>
                        </a:lnTo>
                        <a:close/>
                      </a:path>
                    </a:pathLst>
                  </a:custGeom>
                  <a:solidFill>
                    <a:srgbClr val="FFC45E"/>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104" name="任意多边形: 形状 103">
                    <a:extLst>
                      <a:ext uri="{FF2B5EF4-FFF2-40B4-BE49-F238E27FC236}">
                        <a16:creationId xmlns:a16="http://schemas.microsoft.com/office/drawing/2014/main" id="{7047B652-9062-A717-0E0B-4CA10B82CEB0}"/>
                      </a:ext>
                    </a:extLst>
                  </p:cNvPr>
                  <p:cNvSpPr/>
                  <p:nvPr/>
                </p:nvSpPr>
                <p:spPr>
                  <a:xfrm>
                    <a:off x="6108368" y="2560578"/>
                    <a:ext cx="90110" cy="138700"/>
                  </a:xfrm>
                  <a:custGeom>
                    <a:avLst/>
                    <a:gdLst>
                      <a:gd name="connsiteX0" fmla="*/ 0 w 90110"/>
                      <a:gd name="connsiteY0" fmla="*/ 105129 h 138700"/>
                      <a:gd name="connsiteX1" fmla="*/ 90111 w 90110"/>
                      <a:gd name="connsiteY1" fmla="*/ 138700 h 138700"/>
                      <a:gd name="connsiteX2" fmla="*/ 0 w 90110"/>
                      <a:gd name="connsiteY2" fmla="*/ 0 h 138700"/>
                    </a:gdLst>
                    <a:ahLst/>
                    <a:cxnLst>
                      <a:cxn ang="0">
                        <a:pos x="connsiteX0" y="connsiteY0"/>
                      </a:cxn>
                      <a:cxn ang="0">
                        <a:pos x="connsiteX1" y="connsiteY1"/>
                      </a:cxn>
                      <a:cxn ang="0">
                        <a:pos x="connsiteX2" y="connsiteY2"/>
                      </a:cxn>
                    </a:cxnLst>
                    <a:rect l="l" t="t" r="r" b="b"/>
                    <a:pathLst>
                      <a:path w="90110" h="138700">
                        <a:moveTo>
                          <a:pt x="0" y="105129"/>
                        </a:moveTo>
                        <a:lnTo>
                          <a:pt x="90111" y="138700"/>
                        </a:lnTo>
                        <a:lnTo>
                          <a:pt x="0" y="0"/>
                        </a:lnTo>
                        <a:close/>
                      </a:path>
                    </a:pathLst>
                  </a:custGeom>
                  <a:solidFill>
                    <a:srgbClr val="FFF385"/>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105" name="任意多边形: 形状 104">
                    <a:extLst>
                      <a:ext uri="{FF2B5EF4-FFF2-40B4-BE49-F238E27FC236}">
                        <a16:creationId xmlns:a16="http://schemas.microsoft.com/office/drawing/2014/main" id="{FCEE4A1C-372C-9DB6-6C31-4D6D7CF63CDE}"/>
                      </a:ext>
                    </a:extLst>
                  </p:cNvPr>
                  <p:cNvSpPr/>
                  <p:nvPr/>
                </p:nvSpPr>
                <p:spPr>
                  <a:xfrm>
                    <a:off x="6108368" y="2560578"/>
                    <a:ext cx="90110" cy="138700"/>
                  </a:xfrm>
                  <a:custGeom>
                    <a:avLst/>
                    <a:gdLst>
                      <a:gd name="connsiteX0" fmla="*/ 0 w 90110"/>
                      <a:gd name="connsiteY0" fmla="*/ 0 h 138700"/>
                      <a:gd name="connsiteX1" fmla="*/ 90111 w 90110"/>
                      <a:gd name="connsiteY1" fmla="*/ 138700 h 138700"/>
                      <a:gd name="connsiteX2" fmla="*/ 85694 w 90110"/>
                      <a:gd name="connsiteY2" fmla="*/ 42405 h 138700"/>
                    </a:gdLst>
                    <a:ahLst/>
                    <a:cxnLst>
                      <a:cxn ang="0">
                        <a:pos x="connsiteX0" y="connsiteY0"/>
                      </a:cxn>
                      <a:cxn ang="0">
                        <a:pos x="connsiteX1" y="connsiteY1"/>
                      </a:cxn>
                      <a:cxn ang="0">
                        <a:pos x="connsiteX2" y="connsiteY2"/>
                      </a:cxn>
                    </a:cxnLst>
                    <a:rect l="l" t="t" r="r" b="b"/>
                    <a:pathLst>
                      <a:path w="90110" h="138700">
                        <a:moveTo>
                          <a:pt x="0" y="0"/>
                        </a:moveTo>
                        <a:lnTo>
                          <a:pt x="90111" y="138700"/>
                        </a:lnTo>
                        <a:lnTo>
                          <a:pt x="85694" y="42405"/>
                        </a:lnTo>
                        <a:close/>
                      </a:path>
                    </a:pathLst>
                  </a:custGeom>
                  <a:solidFill>
                    <a:srgbClr val="FFC45E"/>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106" name="任意多边形: 形状 105">
                    <a:extLst>
                      <a:ext uri="{FF2B5EF4-FFF2-40B4-BE49-F238E27FC236}">
                        <a16:creationId xmlns:a16="http://schemas.microsoft.com/office/drawing/2014/main" id="{4BDDD8CB-B935-5827-B15D-1F4BC14C0474}"/>
                      </a:ext>
                    </a:extLst>
                  </p:cNvPr>
                  <p:cNvSpPr/>
                  <p:nvPr/>
                </p:nvSpPr>
                <p:spPr>
                  <a:xfrm>
                    <a:off x="6018257" y="2560578"/>
                    <a:ext cx="90110" cy="138700"/>
                  </a:xfrm>
                  <a:custGeom>
                    <a:avLst/>
                    <a:gdLst>
                      <a:gd name="connsiteX0" fmla="*/ 0 w 90110"/>
                      <a:gd name="connsiteY0" fmla="*/ 138700 h 138700"/>
                      <a:gd name="connsiteX1" fmla="*/ 90111 w 90110"/>
                      <a:gd name="connsiteY1" fmla="*/ 105129 h 138700"/>
                      <a:gd name="connsiteX2" fmla="*/ 90111 w 90110"/>
                      <a:gd name="connsiteY2" fmla="*/ 0 h 138700"/>
                    </a:gdLst>
                    <a:ahLst/>
                    <a:cxnLst>
                      <a:cxn ang="0">
                        <a:pos x="connsiteX0" y="connsiteY0"/>
                      </a:cxn>
                      <a:cxn ang="0">
                        <a:pos x="connsiteX1" y="connsiteY1"/>
                      </a:cxn>
                      <a:cxn ang="0">
                        <a:pos x="connsiteX2" y="connsiteY2"/>
                      </a:cxn>
                    </a:cxnLst>
                    <a:rect l="l" t="t" r="r" b="b"/>
                    <a:pathLst>
                      <a:path w="90110" h="138700">
                        <a:moveTo>
                          <a:pt x="0" y="138700"/>
                        </a:moveTo>
                        <a:lnTo>
                          <a:pt x="90111" y="105129"/>
                        </a:lnTo>
                        <a:lnTo>
                          <a:pt x="90111" y="0"/>
                        </a:lnTo>
                        <a:close/>
                      </a:path>
                    </a:pathLst>
                  </a:custGeom>
                  <a:solidFill>
                    <a:srgbClr val="FFC45E"/>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107" name="任意多边形: 形状 106">
                    <a:extLst>
                      <a:ext uri="{FF2B5EF4-FFF2-40B4-BE49-F238E27FC236}">
                        <a16:creationId xmlns:a16="http://schemas.microsoft.com/office/drawing/2014/main" id="{0F4B9937-5C98-A757-4D03-47B89766FDD5}"/>
                      </a:ext>
                    </a:extLst>
                  </p:cNvPr>
                  <p:cNvSpPr/>
                  <p:nvPr/>
                </p:nvSpPr>
                <p:spPr>
                  <a:xfrm>
                    <a:off x="6018257" y="2560578"/>
                    <a:ext cx="90110" cy="138700"/>
                  </a:xfrm>
                  <a:custGeom>
                    <a:avLst/>
                    <a:gdLst>
                      <a:gd name="connsiteX0" fmla="*/ 4417 w 90110"/>
                      <a:gd name="connsiteY0" fmla="*/ 42405 h 138700"/>
                      <a:gd name="connsiteX1" fmla="*/ 0 w 90110"/>
                      <a:gd name="connsiteY1" fmla="*/ 138700 h 138700"/>
                      <a:gd name="connsiteX2" fmla="*/ 90111 w 90110"/>
                      <a:gd name="connsiteY2" fmla="*/ 0 h 138700"/>
                    </a:gdLst>
                    <a:ahLst/>
                    <a:cxnLst>
                      <a:cxn ang="0">
                        <a:pos x="connsiteX0" y="connsiteY0"/>
                      </a:cxn>
                      <a:cxn ang="0">
                        <a:pos x="connsiteX1" y="connsiteY1"/>
                      </a:cxn>
                      <a:cxn ang="0">
                        <a:pos x="connsiteX2" y="connsiteY2"/>
                      </a:cxn>
                    </a:cxnLst>
                    <a:rect l="l" t="t" r="r" b="b"/>
                    <a:pathLst>
                      <a:path w="90110" h="138700">
                        <a:moveTo>
                          <a:pt x="4417" y="42405"/>
                        </a:moveTo>
                        <a:lnTo>
                          <a:pt x="0" y="138700"/>
                        </a:lnTo>
                        <a:lnTo>
                          <a:pt x="90111" y="0"/>
                        </a:lnTo>
                        <a:close/>
                      </a:path>
                    </a:pathLst>
                  </a:custGeom>
                  <a:solidFill>
                    <a:srgbClr val="FFF385"/>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108" name="任意多边形: 形状 107">
                    <a:extLst>
                      <a:ext uri="{FF2B5EF4-FFF2-40B4-BE49-F238E27FC236}">
                        <a16:creationId xmlns:a16="http://schemas.microsoft.com/office/drawing/2014/main" id="{4E250FA0-79A7-A196-7127-B3A3BA94625D}"/>
                      </a:ext>
                    </a:extLst>
                  </p:cNvPr>
                  <p:cNvSpPr/>
                  <p:nvPr/>
                </p:nvSpPr>
                <p:spPr>
                  <a:xfrm>
                    <a:off x="5962600" y="2527891"/>
                    <a:ext cx="145767" cy="75092"/>
                  </a:xfrm>
                  <a:custGeom>
                    <a:avLst/>
                    <a:gdLst>
                      <a:gd name="connsiteX0" fmla="*/ 0 w 145767"/>
                      <a:gd name="connsiteY0" fmla="*/ 0 h 75092"/>
                      <a:gd name="connsiteX1" fmla="*/ 60074 w 145767"/>
                      <a:gd name="connsiteY1" fmla="*/ 75092 h 75092"/>
                      <a:gd name="connsiteX2" fmla="*/ 145768 w 145767"/>
                      <a:gd name="connsiteY2" fmla="*/ 32687 h 75092"/>
                    </a:gdLst>
                    <a:ahLst/>
                    <a:cxnLst>
                      <a:cxn ang="0">
                        <a:pos x="connsiteX0" y="connsiteY0"/>
                      </a:cxn>
                      <a:cxn ang="0">
                        <a:pos x="connsiteX1" y="connsiteY1"/>
                      </a:cxn>
                      <a:cxn ang="0">
                        <a:pos x="connsiteX2" y="connsiteY2"/>
                      </a:cxn>
                    </a:cxnLst>
                    <a:rect l="l" t="t" r="r" b="b"/>
                    <a:pathLst>
                      <a:path w="145767" h="75092">
                        <a:moveTo>
                          <a:pt x="0" y="0"/>
                        </a:moveTo>
                        <a:lnTo>
                          <a:pt x="60074" y="75092"/>
                        </a:lnTo>
                        <a:lnTo>
                          <a:pt x="145768" y="32687"/>
                        </a:lnTo>
                        <a:close/>
                      </a:path>
                    </a:pathLst>
                  </a:custGeom>
                  <a:solidFill>
                    <a:srgbClr val="FFC45E"/>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grpSp>
          </p:grpSp>
          <p:grpSp>
            <p:nvGrpSpPr>
              <p:cNvPr id="26" name="图形 901">
                <a:extLst>
                  <a:ext uri="{FF2B5EF4-FFF2-40B4-BE49-F238E27FC236}">
                    <a16:creationId xmlns:a16="http://schemas.microsoft.com/office/drawing/2014/main" id="{5105C2D3-CD46-AC0F-5D89-488F0C8A2A46}"/>
                  </a:ext>
                </a:extLst>
              </p:cNvPr>
              <p:cNvGrpSpPr/>
              <p:nvPr/>
            </p:nvGrpSpPr>
            <p:grpSpPr>
              <a:xfrm>
                <a:off x="5573003" y="2430712"/>
                <a:ext cx="273866" cy="260614"/>
                <a:chOff x="5573003" y="2430712"/>
                <a:chExt cx="273866" cy="260614"/>
              </a:xfrm>
            </p:grpSpPr>
            <p:sp>
              <p:nvSpPr>
                <p:cNvPr id="85" name="任意多边形: 形状 84">
                  <a:extLst>
                    <a:ext uri="{FF2B5EF4-FFF2-40B4-BE49-F238E27FC236}">
                      <a16:creationId xmlns:a16="http://schemas.microsoft.com/office/drawing/2014/main" id="{A2C23A68-CDC8-0B72-5DA6-48738F8BE2BF}"/>
                    </a:ext>
                  </a:extLst>
                </p:cNvPr>
                <p:cNvSpPr/>
                <p:nvPr/>
              </p:nvSpPr>
              <p:spPr>
                <a:xfrm>
                  <a:off x="5573003" y="2430712"/>
                  <a:ext cx="273866" cy="260614"/>
                </a:xfrm>
                <a:custGeom>
                  <a:avLst/>
                  <a:gdLst>
                    <a:gd name="connsiteX0" fmla="*/ 273866 w 273866"/>
                    <a:gd name="connsiteY0" fmla="*/ 99829 h 260614"/>
                    <a:gd name="connsiteX1" fmla="*/ 186406 w 273866"/>
                    <a:gd name="connsiteY1" fmla="*/ 75976 h 260614"/>
                    <a:gd name="connsiteX2" fmla="*/ 136933 w 273866"/>
                    <a:gd name="connsiteY2" fmla="*/ 0 h 260614"/>
                    <a:gd name="connsiteX3" fmla="*/ 87461 w 273866"/>
                    <a:gd name="connsiteY3" fmla="*/ 75976 h 260614"/>
                    <a:gd name="connsiteX4" fmla="*/ 0 w 273866"/>
                    <a:gd name="connsiteY4" fmla="*/ 99829 h 260614"/>
                    <a:gd name="connsiteX5" fmla="*/ 56540 w 273866"/>
                    <a:gd name="connsiteY5" fmla="*/ 169620 h 260614"/>
                    <a:gd name="connsiteX6" fmla="*/ 52123 w 273866"/>
                    <a:gd name="connsiteY6" fmla="*/ 260615 h 260614"/>
                    <a:gd name="connsiteX7" fmla="*/ 136933 w 273866"/>
                    <a:gd name="connsiteY7" fmla="*/ 228811 h 260614"/>
                    <a:gd name="connsiteX8" fmla="*/ 221743 w 273866"/>
                    <a:gd name="connsiteY8" fmla="*/ 260615 h 260614"/>
                    <a:gd name="connsiteX9" fmla="*/ 217326 w 273866"/>
                    <a:gd name="connsiteY9" fmla="*/ 169620 h 260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3866" h="260614">
                      <a:moveTo>
                        <a:pt x="273866" y="99829"/>
                      </a:moveTo>
                      <a:lnTo>
                        <a:pt x="186406" y="75976"/>
                      </a:lnTo>
                      <a:lnTo>
                        <a:pt x="136933" y="0"/>
                      </a:lnTo>
                      <a:lnTo>
                        <a:pt x="87461" y="75976"/>
                      </a:lnTo>
                      <a:lnTo>
                        <a:pt x="0" y="99829"/>
                      </a:lnTo>
                      <a:lnTo>
                        <a:pt x="56540" y="169620"/>
                      </a:lnTo>
                      <a:lnTo>
                        <a:pt x="52123" y="260615"/>
                      </a:lnTo>
                      <a:lnTo>
                        <a:pt x="136933" y="228811"/>
                      </a:lnTo>
                      <a:lnTo>
                        <a:pt x="221743" y="260615"/>
                      </a:lnTo>
                      <a:lnTo>
                        <a:pt x="217326" y="169620"/>
                      </a:lnTo>
                      <a:close/>
                    </a:path>
                  </a:pathLst>
                </a:custGeom>
                <a:solidFill>
                  <a:srgbClr val="EB6559"/>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grpSp>
              <p:nvGrpSpPr>
                <p:cNvPr id="86" name="图形 901">
                  <a:extLst>
                    <a:ext uri="{FF2B5EF4-FFF2-40B4-BE49-F238E27FC236}">
                      <a16:creationId xmlns:a16="http://schemas.microsoft.com/office/drawing/2014/main" id="{FEC0AEED-9F45-7630-DC4F-3C52B9E12563}"/>
                    </a:ext>
                  </a:extLst>
                </p:cNvPr>
                <p:cNvGrpSpPr/>
                <p:nvPr/>
              </p:nvGrpSpPr>
              <p:grpSpPr>
                <a:xfrm>
                  <a:off x="5601273" y="2457216"/>
                  <a:ext cx="217326" cy="206724"/>
                  <a:chOff x="5601273" y="2457216"/>
                  <a:chExt cx="217326" cy="206724"/>
                </a:xfrm>
              </p:grpSpPr>
              <p:sp>
                <p:nvSpPr>
                  <p:cNvPr id="87" name="任意多边形: 形状 86">
                    <a:extLst>
                      <a:ext uri="{FF2B5EF4-FFF2-40B4-BE49-F238E27FC236}">
                        <a16:creationId xmlns:a16="http://schemas.microsoft.com/office/drawing/2014/main" id="{A17CE582-BCF6-E0F7-72D5-3B46BAC58F8A}"/>
                      </a:ext>
                    </a:extLst>
                  </p:cNvPr>
                  <p:cNvSpPr/>
                  <p:nvPr/>
                </p:nvSpPr>
                <p:spPr>
                  <a:xfrm>
                    <a:off x="5601273" y="2517290"/>
                    <a:ext cx="108663" cy="43288"/>
                  </a:xfrm>
                  <a:custGeom>
                    <a:avLst/>
                    <a:gdLst>
                      <a:gd name="connsiteX0" fmla="*/ 68908 w 108663"/>
                      <a:gd name="connsiteY0" fmla="*/ 0 h 43288"/>
                      <a:gd name="connsiteX1" fmla="*/ 0 w 108663"/>
                      <a:gd name="connsiteY1" fmla="*/ 19436 h 43288"/>
                      <a:gd name="connsiteX2" fmla="*/ 108663 w 108663"/>
                      <a:gd name="connsiteY2" fmla="*/ 43289 h 43288"/>
                    </a:gdLst>
                    <a:ahLst/>
                    <a:cxnLst>
                      <a:cxn ang="0">
                        <a:pos x="connsiteX0" y="connsiteY0"/>
                      </a:cxn>
                      <a:cxn ang="0">
                        <a:pos x="connsiteX1" y="connsiteY1"/>
                      </a:cxn>
                      <a:cxn ang="0">
                        <a:pos x="connsiteX2" y="connsiteY2"/>
                      </a:cxn>
                    </a:cxnLst>
                    <a:rect l="l" t="t" r="r" b="b"/>
                    <a:pathLst>
                      <a:path w="108663" h="43288">
                        <a:moveTo>
                          <a:pt x="68908" y="0"/>
                        </a:moveTo>
                        <a:lnTo>
                          <a:pt x="0" y="19436"/>
                        </a:lnTo>
                        <a:lnTo>
                          <a:pt x="108663" y="43289"/>
                        </a:lnTo>
                        <a:close/>
                      </a:path>
                    </a:pathLst>
                  </a:custGeom>
                  <a:solidFill>
                    <a:srgbClr val="FFF385"/>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88" name="任意多边形: 形状 87">
                    <a:extLst>
                      <a:ext uri="{FF2B5EF4-FFF2-40B4-BE49-F238E27FC236}">
                        <a16:creationId xmlns:a16="http://schemas.microsoft.com/office/drawing/2014/main" id="{6169EDA5-BF44-1156-916C-3E346B4AF994}"/>
                      </a:ext>
                    </a:extLst>
                  </p:cNvPr>
                  <p:cNvSpPr/>
                  <p:nvPr/>
                </p:nvSpPr>
                <p:spPr>
                  <a:xfrm>
                    <a:off x="5709936" y="2457216"/>
                    <a:ext cx="39754" cy="103362"/>
                  </a:xfrm>
                  <a:custGeom>
                    <a:avLst/>
                    <a:gdLst>
                      <a:gd name="connsiteX0" fmla="*/ 39755 w 39754"/>
                      <a:gd name="connsiteY0" fmla="*/ 60074 h 103362"/>
                      <a:gd name="connsiteX1" fmla="*/ 0 w 39754"/>
                      <a:gd name="connsiteY1" fmla="*/ 0 h 103362"/>
                      <a:gd name="connsiteX2" fmla="*/ 0 w 39754"/>
                      <a:gd name="connsiteY2" fmla="*/ 103362 h 103362"/>
                    </a:gdLst>
                    <a:ahLst/>
                    <a:cxnLst>
                      <a:cxn ang="0">
                        <a:pos x="connsiteX0" y="connsiteY0"/>
                      </a:cxn>
                      <a:cxn ang="0">
                        <a:pos x="connsiteX1" y="connsiteY1"/>
                      </a:cxn>
                      <a:cxn ang="0">
                        <a:pos x="connsiteX2" y="connsiteY2"/>
                      </a:cxn>
                    </a:cxnLst>
                    <a:rect l="l" t="t" r="r" b="b"/>
                    <a:pathLst>
                      <a:path w="39754" h="103362">
                        <a:moveTo>
                          <a:pt x="39755" y="60074"/>
                        </a:moveTo>
                        <a:lnTo>
                          <a:pt x="0" y="0"/>
                        </a:lnTo>
                        <a:lnTo>
                          <a:pt x="0" y="103362"/>
                        </a:lnTo>
                        <a:close/>
                      </a:path>
                    </a:pathLst>
                  </a:custGeom>
                  <a:solidFill>
                    <a:srgbClr val="FFF385"/>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89" name="任意多边形: 形状 88">
                    <a:extLst>
                      <a:ext uri="{FF2B5EF4-FFF2-40B4-BE49-F238E27FC236}">
                        <a16:creationId xmlns:a16="http://schemas.microsoft.com/office/drawing/2014/main" id="{32C199FF-CDAE-F174-CD39-726DF73CD339}"/>
                      </a:ext>
                    </a:extLst>
                  </p:cNvPr>
                  <p:cNvSpPr/>
                  <p:nvPr/>
                </p:nvSpPr>
                <p:spPr>
                  <a:xfrm>
                    <a:off x="5670181" y="2457216"/>
                    <a:ext cx="39754" cy="103362"/>
                  </a:xfrm>
                  <a:custGeom>
                    <a:avLst/>
                    <a:gdLst>
                      <a:gd name="connsiteX0" fmla="*/ 39755 w 39754"/>
                      <a:gd name="connsiteY0" fmla="*/ 0 h 103362"/>
                      <a:gd name="connsiteX1" fmla="*/ 0 w 39754"/>
                      <a:gd name="connsiteY1" fmla="*/ 60074 h 103362"/>
                      <a:gd name="connsiteX2" fmla="*/ 39755 w 39754"/>
                      <a:gd name="connsiteY2" fmla="*/ 103362 h 103362"/>
                    </a:gdLst>
                    <a:ahLst/>
                    <a:cxnLst>
                      <a:cxn ang="0">
                        <a:pos x="connsiteX0" y="connsiteY0"/>
                      </a:cxn>
                      <a:cxn ang="0">
                        <a:pos x="connsiteX1" y="connsiteY1"/>
                      </a:cxn>
                      <a:cxn ang="0">
                        <a:pos x="connsiteX2" y="connsiteY2"/>
                      </a:cxn>
                    </a:cxnLst>
                    <a:rect l="l" t="t" r="r" b="b"/>
                    <a:pathLst>
                      <a:path w="39754" h="103362">
                        <a:moveTo>
                          <a:pt x="39755" y="0"/>
                        </a:moveTo>
                        <a:lnTo>
                          <a:pt x="0" y="60074"/>
                        </a:lnTo>
                        <a:lnTo>
                          <a:pt x="39755" y="103362"/>
                        </a:lnTo>
                        <a:close/>
                      </a:path>
                    </a:pathLst>
                  </a:custGeom>
                  <a:solidFill>
                    <a:srgbClr val="FFC45E"/>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90" name="任意多边形: 形状 89">
                    <a:extLst>
                      <a:ext uri="{FF2B5EF4-FFF2-40B4-BE49-F238E27FC236}">
                        <a16:creationId xmlns:a16="http://schemas.microsoft.com/office/drawing/2014/main" id="{FD7619DC-C3F9-6D56-8B5F-035F4D4CF35D}"/>
                      </a:ext>
                    </a:extLst>
                  </p:cNvPr>
                  <p:cNvSpPr/>
                  <p:nvPr/>
                </p:nvSpPr>
                <p:spPr>
                  <a:xfrm>
                    <a:off x="5709936" y="2536725"/>
                    <a:ext cx="108663" cy="55656"/>
                  </a:xfrm>
                  <a:custGeom>
                    <a:avLst/>
                    <a:gdLst>
                      <a:gd name="connsiteX0" fmla="*/ 63608 w 108663"/>
                      <a:gd name="connsiteY0" fmla="*/ 55657 h 55656"/>
                      <a:gd name="connsiteX1" fmla="*/ 108663 w 108663"/>
                      <a:gd name="connsiteY1" fmla="*/ 0 h 55656"/>
                      <a:gd name="connsiteX2" fmla="*/ 0 w 108663"/>
                      <a:gd name="connsiteY2" fmla="*/ 23853 h 55656"/>
                    </a:gdLst>
                    <a:ahLst/>
                    <a:cxnLst>
                      <a:cxn ang="0">
                        <a:pos x="connsiteX0" y="connsiteY0"/>
                      </a:cxn>
                      <a:cxn ang="0">
                        <a:pos x="connsiteX1" y="connsiteY1"/>
                      </a:cxn>
                      <a:cxn ang="0">
                        <a:pos x="connsiteX2" y="connsiteY2"/>
                      </a:cxn>
                    </a:cxnLst>
                    <a:rect l="l" t="t" r="r" b="b"/>
                    <a:pathLst>
                      <a:path w="108663" h="55656">
                        <a:moveTo>
                          <a:pt x="63608" y="55657"/>
                        </a:moveTo>
                        <a:lnTo>
                          <a:pt x="108663" y="0"/>
                        </a:lnTo>
                        <a:lnTo>
                          <a:pt x="0" y="23853"/>
                        </a:lnTo>
                        <a:close/>
                      </a:path>
                    </a:pathLst>
                  </a:custGeom>
                  <a:solidFill>
                    <a:srgbClr val="FFF385"/>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91" name="任意多边形: 形状 90">
                    <a:extLst>
                      <a:ext uri="{FF2B5EF4-FFF2-40B4-BE49-F238E27FC236}">
                        <a16:creationId xmlns:a16="http://schemas.microsoft.com/office/drawing/2014/main" id="{D8EA40F7-0708-8EE0-6A39-01FBD217CA29}"/>
                      </a:ext>
                    </a:extLst>
                  </p:cNvPr>
                  <p:cNvSpPr/>
                  <p:nvPr/>
                </p:nvSpPr>
                <p:spPr>
                  <a:xfrm>
                    <a:off x="5709936" y="2517290"/>
                    <a:ext cx="108663" cy="43288"/>
                  </a:xfrm>
                  <a:custGeom>
                    <a:avLst/>
                    <a:gdLst>
                      <a:gd name="connsiteX0" fmla="*/ 108663 w 108663"/>
                      <a:gd name="connsiteY0" fmla="*/ 19436 h 43288"/>
                      <a:gd name="connsiteX1" fmla="*/ 39755 w 108663"/>
                      <a:gd name="connsiteY1" fmla="*/ 0 h 43288"/>
                      <a:gd name="connsiteX2" fmla="*/ 0 w 108663"/>
                      <a:gd name="connsiteY2" fmla="*/ 43289 h 43288"/>
                    </a:gdLst>
                    <a:ahLst/>
                    <a:cxnLst>
                      <a:cxn ang="0">
                        <a:pos x="connsiteX0" y="connsiteY0"/>
                      </a:cxn>
                      <a:cxn ang="0">
                        <a:pos x="connsiteX1" y="connsiteY1"/>
                      </a:cxn>
                      <a:cxn ang="0">
                        <a:pos x="connsiteX2" y="connsiteY2"/>
                      </a:cxn>
                    </a:cxnLst>
                    <a:rect l="l" t="t" r="r" b="b"/>
                    <a:pathLst>
                      <a:path w="108663" h="43288">
                        <a:moveTo>
                          <a:pt x="108663" y="19436"/>
                        </a:moveTo>
                        <a:lnTo>
                          <a:pt x="39755" y="0"/>
                        </a:lnTo>
                        <a:lnTo>
                          <a:pt x="0" y="43289"/>
                        </a:lnTo>
                        <a:close/>
                      </a:path>
                    </a:pathLst>
                  </a:custGeom>
                  <a:solidFill>
                    <a:srgbClr val="FFC45E"/>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92" name="任意多边形: 形状 91">
                    <a:extLst>
                      <a:ext uri="{FF2B5EF4-FFF2-40B4-BE49-F238E27FC236}">
                        <a16:creationId xmlns:a16="http://schemas.microsoft.com/office/drawing/2014/main" id="{79836693-D0F5-678D-08A8-A295FE3ED216}"/>
                      </a:ext>
                    </a:extLst>
                  </p:cNvPr>
                  <p:cNvSpPr/>
                  <p:nvPr/>
                </p:nvSpPr>
                <p:spPr>
                  <a:xfrm>
                    <a:off x="5709936" y="2560578"/>
                    <a:ext cx="67141" cy="103362"/>
                  </a:xfrm>
                  <a:custGeom>
                    <a:avLst/>
                    <a:gdLst>
                      <a:gd name="connsiteX0" fmla="*/ 0 w 67141"/>
                      <a:gd name="connsiteY0" fmla="*/ 78626 h 103362"/>
                      <a:gd name="connsiteX1" fmla="*/ 67141 w 67141"/>
                      <a:gd name="connsiteY1" fmla="*/ 103362 h 103362"/>
                      <a:gd name="connsiteX2" fmla="*/ 0 w 67141"/>
                      <a:gd name="connsiteY2" fmla="*/ 0 h 103362"/>
                    </a:gdLst>
                    <a:ahLst/>
                    <a:cxnLst>
                      <a:cxn ang="0">
                        <a:pos x="connsiteX0" y="connsiteY0"/>
                      </a:cxn>
                      <a:cxn ang="0">
                        <a:pos x="connsiteX1" y="connsiteY1"/>
                      </a:cxn>
                      <a:cxn ang="0">
                        <a:pos x="connsiteX2" y="connsiteY2"/>
                      </a:cxn>
                    </a:cxnLst>
                    <a:rect l="l" t="t" r="r" b="b"/>
                    <a:pathLst>
                      <a:path w="67141" h="103362">
                        <a:moveTo>
                          <a:pt x="0" y="78626"/>
                        </a:moveTo>
                        <a:lnTo>
                          <a:pt x="67141" y="103362"/>
                        </a:lnTo>
                        <a:lnTo>
                          <a:pt x="0" y="0"/>
                        </a:lnTo>
                        <a:close/>
                      </a:path>
                    </a:pathLst>
                  </a:custGeom>
                  <a:solidFill>
                    <a:srgbClr val="FFF385"/>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93" name="任意多边形: 形状 92">
                    <a:extLst>
                      <a:ext uri="{FF2B5EF4-FFF2-40B4-BE49-F238E27FC236}">
                        <a16:creationId xmlns:a16="http://schemas.microsoft.com/office/drawing/2014/main" id="{0AB3A128-2B0E-9E58-4CB9-C660837E6C02}"/>
                      </a:ext>
                    </a:extLst>
                  </p:cNvPr>
                  <p:cNvSpPr/>
                  <p:nvPr/>
                </p:nvSpPr>
                <p:spPr>
                  <a:xfrm>
                    <a:off x="5709936" y="2560578"/>
                    <a:ext cx="67141" cy="103362"/>
                  </a:xfrm>
                  <a:custGeom>
                    <a:avLst/>
                    <a:gdLst>
                      <a:gd name="connsiteX0" fmla="*/ 0 w 67141"/>
                      <a:gd name="connsiteY0" fmla="*/ 0 h 103362"/>
                      <a:gd name="connsiteX1" fmla="*/ 67141 w 67141"/>
                      <a:gd name="connsiteY1" fmla="*/ 103362 h 103362"/>
                      <a:gd name="connsiteX2" fmla="*/ 63608 w 67141"/>
                      <a:gd name="connsiteY2" fmla="*/ 31804 h 103362"/>
                    </a:gdLst>
                    <a:ahLst/>
                    <a:cxnLst>
                      <a:cxn ang="0">
                        <a:pos x="connsiteX0" y="connsiteY0"/>
                      </a:cxn>
                      <a:cxn ang="0">
                        <a:pos x="connsiteX1" y="connsiteY1"/>
                      </a:cxn>
                      <a:cxn ang="0">
                        <a:pos x="connsiteX2" y="connsiteY2"/>
                      </a:cxn>
                    </a:cxnLst>
                    <a:rect l="l" t="t" r="r" b="b"/>
                    <a:pathLst>
                      <a:path w="67141" h="103362">
                        <a:moveTo>
                          <a:pt x="0" y="0"/>
                        </a:moveTo>
                        <a:lnTo>
                          <a:pt x="67141" y="103362"/>
                        </a:lnTo>
                        <a:lnTo>
                          <a:pt x="63608" y="31804"/>
                        </a:lnTo>
                        <a:close/>
                      </a:path>
                    </a:pathLst>
                  </a:custGeom>
                  <a:solidFill>
                    <a:srgbClr val="FFC45E"/>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94" name="任意多边形: 形状 93">
                    <a:extLst>
                      <a:ext uri="{FF2B5EF4-FFF2-40B4-BE49-F238E27FC236}">
                        <a16:creationId xmlns:a16="http://schemas.microsoft.com/office/drawing/2014/main" id="{4E4BEB6D-EFD2-95E2-2687-9EE94248FFBF}"/>
                      </a:ext>
                    </a:extLst>
                  </p:cNvPr>
                  <p:cNvSpPr/>
                  <p:nvPr/>
                </p:nvSpPr>
                <p:spPr>
                  <a:xfrm>
                    <a:off x="5642795" y="2560578"/>
                    <a:ext cx="67141" cy="103362"/>
                  </a:xfrm>
                  <a:custGeom>
                    <a:avLst/>
                    <a:gdLst>
                      <a:gd name="connsiteX0" fmla="*/ 0 w 67141"/>
                      <a:gd name="connsiteY0" fmla="*/ 103362 h 103362"/>
                      <a:gd name="connsiteX1" fmla="*/ 67141 w 67141"/>
                      <a:gd name="connsiteY1" fmla="*/ 78626 h 103362"/>
                      <a:gd name="connsiteX2" fmla="*/ 67141 w 67141"/>
                      <a:gd name="connsiteY2" fmla="*/ 0 h 103362"/>
                    </a:gdLst>
                    <a:ahLst/>
                    <a:cxnLst>
                      <a:cxn ang="0">
                        <a:pos x="connsiteX0" y="connsiteY0"/>
                      </a:cxn>
                      <a:cxn ang="0">
                        <a:pos x="connsiteX1" y="connsiteY1"/>
                      </a:cxn>
                      <a:cxn ang="0">
                        <a:pos x="connsiteX2" y="connsiteY2"/>
                      </a:cxn>
                    </a:cxnLst>
                    <a:rect l="l" t="t" r="r" b="b"/>
                    <a:pathLst>
                      <a:path w="67141" h="103362">
                        <a:moveTo>
                          <a:pt x="0" y="103362"/>
                        </a:moveTo>
                        <a:lnTo>
                          <a:pt x="67141" y="78626"/>
                        </a:lnTo>
                        <a:lnTo>
                          <a:pt x="67141" y="0"/>
                        </a:lnTo>
                        <a:close/>
                      </a:path>
                    </a:pathLst>
                  </a:custGeom>
                  <a:solidFill>
                    <a:srgbClr val="FFC45E"/>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95" name="任意多边形: 形状 94">
                    <a:extLst>
                      <a:ext uri="{FF2B5EF4-FFF2-40B4-BE49-F238E27FC236}">
                        <a16:creationId xmlns:a16="http://schemas.microsoft.com/office/drawing/2014/main" id="{FBD1E387-9749-8081-3E24-4AA6A69723B6}"/>
                      </a:ext>
                    </a:extLst>
                  </p:cNvPr>
                  <p:cNvSpPr/>
                  <p:nvPr/>
                </p:nvSpPr>
                <p:spPr>
                  <a:xfrm>
                    <a:off x="5642795" y="2560578"/>
                    <a:ext cx="67141" cy="103362"/>
                  </a:xfrm>
                  <a:custGeom>
                    <a:avLst/>
                    <a:gdLst>
                      <a:gd name="connsiteX0" fmla="*/ 3534 w 67141"/>
                      <a:gd name="connsiteY0" fmla="*/ 31804 h 103362"/>
                      <a:gd name="connsiteX1" fmla="*/ 0 w 67141"/>
                      <a:gd name="connsiteY1" fmla="*/ 103362 h 103362"/>
                      <a:gd name="connsiteX2" fmla="*/ 67141 w 67141"/>
                      <a:gd name="connsiteY2" fmla="*/ 0 h 103362"/>
                    </a:gdLst>
                    <a:ahLst/>
                    <a:cxnLst>
                      <a:cxn ang="0">
                        <a:pos x="connsiteX0" y="connsiteY0"/>
                      </a:cxn>
                      <a:cxn ang="0">
                        <a:pos x="connsiteX1" y="connsiteY1"/>
                      </a:cxn>
                      <a:cxn ang="0">
                        <a:pos x="connsiteX2" y="connsiteY2"/>
                      </a:cxn>
                    </a:cxnLst>
                    <a:rect l="l" t="t" r="r" b="b"/>
                    <a:pathLst>
                      <a:path w="67141" h="103362">
                        <a:moveTo>
                          <a:pt x="3534" y="31804"/>
                        </a:moveTo>
                        <a:lnTo>
                          <a:pt x="0" y="103362"/>
                        </a:lnTo>
                        <a:lnTo>
                          <a:pt x="67141" y="0"/>
                        </a:lnTo>
                        <a:close/>
                      </a:path>
                    </a:pathLst>
                  </a:custGeom>
                  <a:solidFill>
                    <a:srgbClr val="FFF385"/>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96" name="任意多边形: 形状 95">
                    <a:extLst>
                      <a:ext uri="{FF2B5EF4-FFF2-40B4-BE49-F238E27FC236}">
                        <a16:creationId xmlns:a16="http://schemas.microsoft.com/office/drawing/2014/main" id="{4D5BAAB4-660D-BCDF-B98D-C5F5AB4F606C}"/>
                      </a:ext>
                    </a:extLst>
                  </p:cNvPr>
                  <p:cNvSpPr/>
                  <p:nvPr/>
                </p:nvSpPr>
                <p:spPr>
                  <a:xfrm>
                    <a:off x="5601273" y="2536725"/>
                    <a:ext cx="108663" cy="55656"/>
                  </a:xfrm>
                  <a:custGeom>
                    <a:avLst/>
                    <a:gdLst>
                      <a:gd name="connsiteX0" fmla="*/ 0 w 108663"/>
                      <a:gd name="connsiteY0" fmla="*/ 0 h 55656"/>
                      <a:gd name="connsiteX1" fmla="*/ 45055 w 108663"/>
                      <a:gd name="connsiteY1" fmla="*/ 55657 h 55656"/>
                      <a:gd name="connsiteX2" fmla="*/ 108663 w 108663"/>
                      <a:gd name="connsiteY2" fmla="*/ 23853 h 55656"/>
                    </a:gdLst>
                    <a:ahLst/>
                    <a:cxnLst>
                      <a:cxn ang="0">
                        <a:pos x="connsiteX0" y="connsiteY0"/>
                      </a:cxn>
                      <a:cxn ang="0">
                        <a:pos x="connsiteX1" y="connsiteY1"/>
                      </a:cxn>
                      <a:cxn ang="0">
                        <a:pos x="connsiteX2" y="connsiteY2"/>
                      </a:cxn>
                    </a:cxnLst>
                    <a:rect l="l" t="t" r="r" b="b"/>
                    <a:pathLst>
                      <a:path w="108663" h="55656">
                        <a:moveTo>
                          <a:pt x="0" y="0"/>
                        </a:moveTo>
                        <a:lnTo>
                          <a:pt x="45055" y="55657"/>
                        </a:lnTo>
                        <a:lnTo>
                          <a:pt x="108663" y="23853"/>
                        </a:lnTo>
                        <a:close/>
                      </a:path>
                    </a:pathLst>
                  </a:custGeom>
                  <a:solidFill>
                    <a:srgbClr val="FFC45E"/>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grpSp>
          </p:grpSp>
          <p:grpSp>
            <p:nvGrpSpPr>
              <p:cNvPr id="27" name="图形 901">
                <a:extLst>
                  <a:ext uri="{FF2B5EF4-FFF2-40B4-BE49-F238E27FC236}">
                    <a16:creationId xmlns:a16="http://schemas.microsoft.com/office/drawing/2014/main" id="{36BE7DFF-80CA-49DB-29B8-A4B9C5FABB45}"/>
                  </a:ext>
                </a:extLst>
              </p:cNvPr>
              <p:cNvGrpSpPr/>
              <p:nvPr/>
            </p:nvGrpSpPr>
            <p:grpSpPr>
              <a:xfrm>
                <a:off x="6378700" y="2430712"/>
                <a:ext cx="273866" cy="260614"/>
                <a:chOff x="6378700" y="2430712"/>
                <a:chExt cx="273866" cy="260614"/>
              </a:xfrm>
            </p:grpSpPr>
            <p:sp>
              <p:nvSpPr>
                <p:cNvPr id="73" name="任意多边形: 形状 72">
                  <a:extLst>
                    <a:ext uri="{FF2B5EF4-FFF2-40B4-BE49-F238E27FC236}">
                      <a16:creationId xmlns:a16="http://schemas.microsoft.com/office/drawing/2014/main" id="{846C87A3-0659-B57A-3A77-2B140608B6D2}"/>
                    </a:ext>
                  </a:extLst>
                </p:cNvPr>
                <p:cNvSpPr/>
                <p:nvPr/>
              </p:nvSpPr>
              <p:spPr>
                <a:xfrm>
                  <a:off x="6378700" y="2430712"/>
                  <a:ext cx="273866" cy="260614"/>
                </a:xfrm>
                <a:custGeom>
                  <a:avLst/>
                  <a:gdLst>
                    <a:gd name="connsiteX0" fmla="*/ 273866 w 273866"/>
                    <a:gd name="connsiteY0" fmla="*/ 99829 h 260614"/>
                    <a:gd name="connsiteX1" fmla="*/ 186406 w 273866"/>
                    <a:gd name="connsiteY1" fmla="*/ 75976 h 260614"/>
                    <a:gd name="connsiteX2" fmla="*/ 136933 w 273866"/>
                    <a:gd name="connsiteY2" fmla="*/ 0 h 260614"/>
                    <a:gd name="connsiteX3" fmla="*/ 87461 w 273866"/>
                    <a:gd name="connsiteY3" fmla="*/ 75976 h 260614"/>
                    <a:gd name="connsiteX4" fmla="*/ 0 w 273866"/>
                    <a:gd name="connsiteY4" fmla="*/ 99829 h 260614"/>
                    <a:gd name="connsiteX5" fmla="*/ 56540 w 273866"/>
                    <a:gd name="connsiteY5" fmla="*/ 169620 h 260614"/>
                    <a:gd name="connsiteX6" fmla="*/ 52123 w 273866"/>
                    <a:gd name="connsiteY6" fmla="*/ 260615 h 260614"/>
                    <a:gd name="connsiteX7" fmla="*/ 136933 w 273866"/>
                    <a:gd name="connsiteY7" fmla="*/ 228811 h 260614"/>
                    <a:gd name="connsiteX8" fmla="*/ 220860 w 273866"/>
                    <a:gd name="connsiteY8" fmla="*/ 260615 h 260614"/>
                    <a:gd name="connsiteX9" fmla="*/ 217326 w 273866"/>
                    <a:gd name="connsiteY9" fmla="*/ 169620 h 260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3866" h="260614">
                      <a:moveTo>
                        <a:pt x="273866" y="99829"/>
                      </a:moveTo>
                      <a:lnTo>
                        <a:pt x="186406" y="75976"/>
                      </a:lnTo>
                      <a:lnTo>
                        <a:pt x="136933" y="0"/>
                      </a:lnTo>
                      <a:lnTo>
                        <a:pt x="87461" y="75976"/>
                      </a:lnTo>
                      <a:lnTo>
                        <a:pt x="0" y="99829"/>
                      </a:lnTo>
                      <a:lnTo>
                        <a:pt x="56540" y="169620"/>
                      </a:lnTo>
                      <a:lnTo>
                        <a:pt x="52123" y="260615"/>
                      </a:lnTo>
                      <a:lnTo>
                        <a:pt x="136933" y="228811"/>
                      </a:lnTo>
                      <a:lnTo>
                        <a:pt x="220860" y="260615"/>
                      </a:lnTo>
                      <a:lnTo>
                        <a:pt x="217326" y="169620"/>
                      </a:lnTo>
                      <a:close/>
                    </a:path>
                  </a:pathLst>
                </a:custGeom>
                <a:solidFill>
                  <a:srgbClr val="EB6559"/>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grpSp>
              <p:nvGrpSpPr>
                <p:cNvPr id="74" name="图形 901">
                  <a:extLst>
                    <a:ext uri="{FF2B5EF4-FFF2-40B4-BE49-F238E27FC236}">
                      <a16:creationId xmlns:a16="http://schemas.microsoft.com/office/drawing/2014/main" id="{B0D0379E-DD53-8956-054A-0314751138EB}"/>
                    </a:ext>
                  </a:extLst>
                </p:cNvPr>
                <p:cNvGrpSpPr/>
                <p:nvPr/>
              </p:nvGrpSpPr>
              <p:grpSpPr>
                <a:xfrm>
                  <a:off x="6406970" y="2457216"/>
                  <a:ext cx="217326" cy="206724"/>
                  <a:chOff x="6406970" y="2457216"/>
                  <a:chExt cx="217326" cy="206724"/>
                </a:xfrm>
              </p:grpSpPr>
              <p:sp>
                <p:nvSpPr>
                  <p:cNvPr id="75" name="任意多边形: 形状 74">
                    <a:extLst>
                      <a:ext uri="{FF2B5EF4-FFF2-40B4-BE49-F238E27FC236}">
                        <a16:creationId xmlns:a16="http://schemas.microsoft.com/office/drawing/2014/main" id="{695023B3-0B13-AB52-D7B2-1C227BD8BCE2}"/>
                      </a:ext>
                    </a:extLst>
                  </p:cNvPr>
                  <p:cNvSpPr/>
                  <p:nvPr/>
                </p:nvSpPr>
                <p:spPr>
                  <a:xfrm>
                    <a:off x="6406970" y="2517290"/>
                    <a:ext cx="108663" cy="43288"/>
                  </a:xfrm>
                  <a:custGeom>
                    <a:avLst/>
                    <a:gdLst>
                      <a:gd name="connsiteX0" fmla="*/ 68908 w 108663"/>
                      <a:gd name="connsiteY0" fmla="*/ 0 h 43288"/>
                      <a:gd name="connsiteX1" fmla="*/ 0 w 108663"/>
                      <a:gd name="connsiteY1" fmla="*/ 19436 h 43288"/>
                      <a:gd name="connsiteX2" fmla="*/ 108663 w 108663"/>
                      <a:gd name="connsiteY2" fmla="*/ 43289 h 43288"/>
                    </a:gdLst>
                    <a:ahLst/>
                    <a:cxnLst>
                      <a:cxn ang="0">
                        <a:pos x="connsiteX0" y="connsiteY0"/>
                      </a:cxn>
                      <a:cxn ang="0">
                        <a:pos x="connsiteX1" y="connsiteY1"/>
                      </a:cxn>
                      <a:cxn ang="0">
                        <a:pos x="connsiteX2" y="connsiteY2"/>
                      </a:cxn>
                    </a:cxnLst>
                    <a:rect l="l" t="t" r="r" b="b"/>
                    <a:pathLst>
                      <a:path w="108663" h="43288">
                        <a:moveTo>
                          <a:pt x="68908" y="0"/>
                        </a:moveTo>
                        <a:lnTo>
                          <a:pt x="0" y="19436"/>
                        </a:lnTo>
                        <a:lnTo>
                          <a:pt x="108663" y="43289"/>
                        </a:lnTo>
                        <a:close/>
                      </a:path>
                    </a:pathLst>
                  </a:custGeom>
                  <a:solidFill>
                    <a:srgbClr val="FFF385"/>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76" name="任意多边形: 形状 75">
                    <a:extLst>
                      <a:ext uri="{FF2B5EF4-FFF2-40B4-BE49-F238E27FC236}">
                        <a16:creationId xmlns:a16="http://schemas.microsoft.com/office/drawing/2014/main" id="{8EAEA926-9BA8-065F-250D-251D86EB89D6}"/>
                      </a:ext>
                    </a:extLst>
                  </p:cNvPr>
                  <p:cNvSpPr/>
                  <p:nvPr/>
                </p:nvSpPr>
                <p:spPr>
                  <a:xfrm>
                    <a:off x="6515633" y="2457216"/>
                    <a:ext cx="39754" cy="103362"/>
                  </a:xfrm>
                  <a:custGeom>
                    <a:avLst/>
                    <a:gdLst>
                      <a:gd name="connsiteX0" fmla="*/ 39755 w 39754"/>
                      <a:gd name="connsiteY0" fmla="*/ 60074 h 103362"/>
                      <a:gd name="connsiteX1" fmla="*/ 0 w 39754"/>
                      <a:gd name="connsiteY1" fmla="*/ 0 h 103362"/>
                      <a:gd name="connsiteX2" fmla="*/ 0 w 39754"/>
                      <a:gd name="connsiteY2" fmla="*/ 103362 h 103362"/>
                    </a:gdLst>
                    <a:ahLst/>
                    <a:cxnLst>
                      <a:cxn ang="0">
                        <a:pos x="connsiteX0" y="connsiteY0"/>
                      </a:cxn>
                      <a:cxn ang="0">
                        <a:pos x="connsiteX1" y="connsiteY1"/>
                      </a:cxn>
                      <a:cxn ang="0">
                        <a:pos x="connsiteX2" y="connsiteY2"/>
                      </a:cxn>
                    </a:cxnLst>
                    <a:rect l="l" t="t" r="r" b="b"/>
                    <a:pathLst>
                      <a:path w="39754" h="103362">
                        <a:moveTo>
                          <a:pt x="39755" y="60074"/>
                        </a:moveTo>
                        <a:lnTo>
                          <a:pt x="0" y="0"/>
                        </a:lnTo>
                        <a:lnTo>
                          <a:pt x="0" y="103362"/>
                        </a:lnTo>
                        <a:close/>
                      </a:path>
                    </a:pathLst>
                  </a:custGeom>
                  <a:solidFill>
                    <a:srgbClr val="FFF385"/>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77" name="任意多边形: 形状 76">
                    <a:extLst>
                      <a:ext uri="{FF2B5EF4-FFF2-40B4-BE49-F238E27FC236}">
                        <a16:creationId xmlns:a16="http://schemas.microsoft.com/office/drawing/2014/main" id="{7AB15BB0-0405-6B16-57B7-8707FF87B649}"/>
                      </a:ext>
                    </a:extLst>
                  </p:cNvPr>
                  <p:cNvSpPr/>
                  <p:nvPr/>
                </p:nvSpPr>
                <p:spPr>
                  <a:xfrm>
                    <a:off x="6475879" y="2457216"/>
                    <a:ext cx="39754" cy="103362"/>
                  </a:xfrm>
                  <a:custGeom>
                    <a:avLst/>
                    <a:gdLst>
                      <a:gd name="connsiteX0" fmla="*/ 39755 w 39754"/>
                      <a:gd name="connsiteY0" fmla="*/ 0 h 103362"/>
                      <a:gd name="connsiteX1" fmla="*/ 0 w 39754"/>
                      <a:gd name="connsiteY1" fmla="*/ 60074 h 103362"/>
                      <a:gd name="connsiteX2" fmla="*/ 39755 w 39754"/>
                      <a:gd name="connsiteY2" fmla="*/ 103362 h 103362"/>
                    </a:gdLst>
                    <a:ahLst/>
                    <a:cxnLst>
                      <a:cxn ang="0">
                        <a:pos x="connsiteX0" y="connsiteY0"/>
                      </a:cxn>
                      <a:cxn ang="0">
                        <a:pos x="connsiteX1" y="connsiteY1"/>
                      </a:cxn>
                      <a:cxn ang="0">
                        <a:pos x="connsiteX2" y="connsiteY2"/>
                      </a:cxn>
                    </a:cxnLst>
                    <a:rect l="l" t="t" r="r" b="b"/>
                    <a:pathLst>
                      <a:path w="39754" h="103362">
                        <a:moveTo>
                          <a:pt x="39755" y="0"/>
                        </a:moveTo>
                        <a:lnTo>
                          <a:pt x="0" y="60074"/>
                        </a:lnTo>
                        <a:lnTo>
                          <a:pt x="39755" y="103362"/>
                        </a:lnTo>
                        <a:close/>
                      </a:path>
                    </a:pathLst>
                  </a:custGeom>
                  <a:solidFill>
                    <a:srgbClr val="FFC45E"/>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78" name="任意多边形: 形状 77">
                    <a:extLst>
                      <a:ext uri="{FF2B5EF4-FFF2-40B4-BE49-F238E27FC236}">
                        <a16:creationId xmlns:a16="http://schemas.microsoft.com/office/drawing/2014/main" id="{C04C5FF5-90B7-8267-6C0A-DA4930DE2378}"/>
                      </a:ext>
                    </a:extLst>
                  </p:cNvPr>
                  <p:cNvSpPr/>
                  <p:nvPr/>
                </p:nvSpPr>
                <p:spPr>
                  <a:xfrm>
                    <a:off x="6515633" y="2536725"/>
                    <a:ext cx="108663" cy="55656"/>
                  </a:xfrm>
                  <a:custGeom>
                    <a:avLst/>
                    <a:gdLst>
                      <a:gd name="connsiteX0" fmla="*/ 63608 w 108663"/>
                      <a:gd name="connsiteY0" fmla="*/ 55657 h 55656"/>
                      <a:gd name="connsiteX1" fmla="*/ 108663 w 108663"/>
                      <a:gd name="connsiteY1" fmla="*/ 0 h 55656"/>
                      <a:gd name="connsiteX2" fmla="*/ 0 w 108663"/>
                      <a:gd name="connsiteY2" fmla="*/ 23853 h 55656"/>
                    </a:gdLst>
                    <a:ahLst/>
                    <a:cxnLst>
                      <a:cxn ang="0">
                        <a:pos x="connsiteX0" y="connsiteY0"/>
                      </a:cxn>
                      <a:cxn ang="0">
                        <a:pos x="connsiteX1" y="connsiteY1"/>
                      </a:cxn>
                      <a:cxn ang="0">
                        <a:pos x="connsiteX2" y="connsiteY2"/>
                      </a:cxn>
                    </a:cxnLst>
                    <a:rect l="l" t="t" r="r" b="b"/>
                    <a:pathLst>
                      <a:path w="108663" h="55656">
                        <a:moveTo>
                          <a:pt x="63608" y="55657"/>
                        </a:moveTo>
                        <a:lnTo>
                          <a:pt x="108663" y="0"/>
                        </a:lnTo>
                        <a:lnTo>
                          <a:pt x="0" y="23853"/>
                        </a:lnTo>
                        <a:close/>
                      </a:path>
                    </a:pathLst>
                  </a:custGeom>
                  <a:solidFill>
                    <a:srgbClr val="FFF385"/>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79" name="任意多边形: 形状 78">
                    <a:extLst>
                      <a:ext uri="{FF2B5EF4-FFF2-40B4-BE49-F238E27FC236}">
                        <a16:creationId xmlns:a16="http://schemas.microsoft.com/office/drawing/2014/main" id="{F3D0DB8F-C01D-0E5B-14D6-A8C0E3E90C16}"/>
                      </a:ext>
                    </a:extLst>
                  </p:cNvPr>
                  <p:cNvSpPr/>
                  <p:nvPr/>
                </p:nvSpPr>
                <p:spPr>
                  <a:xfrm>
                    <a:off x="6515633" y="2517290"/>
                    <a:ext cx="108663" cy="43288"/>
                  </a:xfrm>
                  <a:custGeom>
                    <a:avLst/>
                    <a:gdLst>
                      <a:gd name="connsiteX0" fmla="*/ 108663 w 108663"/>
                      <a:gd name="connsiteY0" fmla="*/ 19436 h 43288"/>
                      <a:gd name="connsiteX1" fmla="*/ 39755 w 108663"/>
                      <a:gd name="connsiteY1" fmla="*/ 0 h 43288"/>
                      <a:gd name="connsiteX2" fmla="*/ 0 w 108663"/>
                      <a:gd name="connsiteY2" fmla="*/ 43289 h 43288"/>
                    </a:gdLst>
                    <a:ahLst/>
                    <a:cxnLst>
                      <a:cxn ang="0">
                        <a:pos x="connsiteX0" y="connsiteY0"/>
                      </a:cxn>
                      <a:cxn ang="0">
                        <a:pos x="connsiteX1" y="connsiteY1"/>
                      </a:cxn>
                      <a:cxn ang="0">
                        <a:pos x="connsiteX2" y="connsiteY2"/>
                      </a:cxn>
                    </a:cxnLst>
                    <a:rect l="l" t="t" r="r" b="b"/>
                    <a:pathLst>
                      <a:path w="108663" h="43288">
                        <a:moveTo>
                          <a:pt x="108663" y="19436"/>
                        </a:moveTo>
                        <a:lnTo>
                          <a:pt x="39755" y="0"/>
                        </a:lnTo>
                        <a:lnTo>
                          <a:pt x="0" y="43289"/>
                        </a:lnTo>
                        <a:close/>
                      </a:path>
                    </a:pathLst>
                  </a:custGeom>
                  <a:solidFill>
                    <a:srgbClr val="FFC45E"/>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80" name="任意多边形: 形状 79">
                    <a:extLst>
                      <a:ext uri="{FF2B5EF4-FFF2-40B4-BE49-F238E27FC236}">
                        <a16:creationId xmlns:a16="http://schemas.microsoft.com/office/drawing/2014/main" id="{247E0252-0ED4-4FB8-039E-431D463DD956}"/>
                      </a:ext>
                    </a:extLst>
                  </p:cNvPr>
                  <p:cNvSpPr/>
                  <p:nvPr/>
                </p:nvSpPr>
                <p:spPr>
                  <a:xfrm>
                    <a:off x="6515633" y="2560578"/>
                    <a:ext cx="67141" cy="103362"/>
                  </a:xfrm>
                  <a:custGeom>
                    <a:avLst/>
                    <a:gdLst>
                      <a:gd name="connsiteX0" fmla="*/ 0 w 67141"/>
                      <a:gd name="connsiteY0" fmla="*/ 78626 h 103362"/>
                      <a:gd name="connsiteX1" fmla="*/ 67141 w 67141"/>
                      <a:gd name="connsiteY1" fmla="*/ 103362 h 103362"/>
                      <a:gd name="connsiteX2" fmla="*/ 0 w 67141"/>
                      <a:gd name="connsiteY2" fmla="*/ 0 h 103362"/>
                    </a:gdLst>
                    <a:ahLst/>
                    <a:cxnLst>
                      <a:cxn ang="0">
                        <a:pos x="connsiteX0" y="connsiteY0"/>
                      </a:cxn>
                      <a:cxn ang="0">
                        <a:pos x="connsiteX1" y="connsiteY1"/>
                      </a:cxn>
                      <a:cxn ang="0">
                        <a:pos x="connsiteX2" y="connsiteY2"/>
                      </a:cxn>
                    </a:cxnLst>
                    <a:rect l="l" t="t" r="r" b="b"/>
                    <a:pathLst>
                      <a:path w="67141" h="103362">
                        <a:moveTo>
                          <a:pt x="0" y="78626"/>
                        </a:moveTo>
                        <a:lnTo>
                          <a:pt x="67141" y="103362"/>
                        </a:lnTo>
                        <a:lnTo>
                          <a:pt x="0" y="0"/>
                        </a:lnTo>
                        <a:close/>
                      </a:path>
                    </a:pathLst>
                  </a:custGeom>
                  <a:solidFill>
                    <a:srgbClr val="FFF385"/>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81" name="任意多边形: 形状 80">
                    <a:extLst>
                      <a:ext uri="{FF2B5EF4-FFF2-40B4-BE49-F238E27FC236}">
                        <a16:creationId xmlns:a16="http://schemas.microsoft.com/office/drawing/2014/main" id="{B9AD6091-E68A-0952-7FE3-C9FCE8E32D27}"/>
                      </a:ext>
                    </a:extLst>
                  </p:cNvPr>
                  <p:cNvSpPr/>
                  <p:nvPr/>
                </p:nvSpPr>
                <p:spPr>
                  <a:xfrm>
                    <a:off x="6515633" y="2560578"/>
                    <a:ext cx="67141" cy="103362"/>
                  </a:xfrm>
                  <a:custGeom>
                    <a:avLst/>
                    <a:gdLst>
                      <a:gd name="connsiteX0" fmla="*/ 0 w 67141"/>
                      <a:gd name="connsiteY0" fmla="*/ 0 h 103362"/>
                      <a:gd name="connsiteX1" fmla="*/ 67141 w 67141"/>
                      <a:gd name="connsiteY1" fmla="*/ 103362 h 103362"/>
                      <a:gd name="connsiteX2" fmla="*/ 63608 w 67141"/>
                      <a:gd name="connsiteY2" fmla="*/ 31804 h 103362"/>
                    </a:gdLst>
                    <a:ahLst/>
                    <a:cxnLst>
                      <a:cxn ang="0">
                        <a:pos x="connsiteX0" y="connsiteY0"/>
                      </a:cxn>
                      <a:cxn ang="0">
                        <a:pos x="connsiteX1" y="connsiteY1"/>
                      </a:cxn>
                      <a:cxn ang="0">
                        <a:pos x="connsiteX2" y="connsiteY2"/>
                      </a:cxn>
                    </a:cxnLst>
                    <a:rect l="l" t="t" r="r" b="b"/>
                    <a:pathLst>
                      <a:path w="67141" h="103362">
                        <a:moveTo>
                          <a:pt x="0" y="0"/>
                        </a:moveTo>
                        <a:lnTo>
                          <a:pt x="67141" y="103362"/>
                        </a:lnTo>
                        <a:lnTo>
                          <a:pt x="63608" y="31804"/>
                        </a:lnTo>
                        <a:close/>
                      </a:path>
                    </a:pathLst>
                  </a:custGeom>
                  <a:solidFill>
                    <a:srgbClr val="FFC45E"/>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82" name="任意多边形: 形状 81">
                    <a:extLst>
                      <a:ext uri="{FF2B5EF4-FFF2-40B4-BE49-F238E27FC236}">
                        <a16:creationId xmlns:a16="http://schemas.microsoft.com/office/drawing/2014/main" id="{BB8FE5B7-62AC-4752-021D-3EE89B91F0EB}"/>
                      </a:ext>
                    </a:extLst>
                  </p:cNvPr>
                  <p:cNvSpPr/>
                  <p:nvPr/>
                </p:nvSpPr>
                <p:spPr>
                  <a:xfrm>
                    <a:off x="6448492" y="2560578"/>
                    <a:ext cx="67141" cy="103362"/>
                  </a:xfrm>
                  <a:custGeom>
                    <a:avLst/>
                    <a:gdLst>
                      <a:gd name="connsiteX0" fmla="*/ 0 w 67141"/>
                      <a:gd name="connsiteY0" fmla="*/ 103362 h 103362"/>
                      <a:gd name="connsiteX1" fmla="*/ 67141 w 67141"/>
                      <a:gd name="connsiteY1" fmla="*/ 78626 h 103362"/>
                      <a:gd name="connsiteX2" fmla="*/ 67141 w 67141"/>
                      <a:gd name="connsiteY2" fmla="*/ 0 h 103362"/>
                    </a:gdLst>
                    <a:ahLst/>
                    <a:cxnLst>
                      <a:cxn ang="0">
                        <a:pos x="connsiteX0" y="connsiteY0"/>
                      </a:cxn>
                      <a:cxn ang="0">
                        <a:pos x="connsiteX1" y="connsiteY1"/>
                      </a:cxn>
                      <a:cxn ang="0">
                        <a:pos x="connsiteX2" y="connsiteY2"/>
                      </a:cxn>
                    </a:cxnLst>
                    <a:rect l="l" t="t" r="r" b="b"/>
                    <a:pathLst>
                      <a:path w="67141" h="103362">
                        <a:moveTo>
                          <a:pt x="0" y="103362"/>
                        </a:moveTo>
                        <a:lnTo>
                          <a:pt x="67141" y="78626"/>
                        </a:lnTo>
                        <a:lnTo>
                          <a:pt x="67141" y="0"/>
                        </a:lnTo>
                        <a:close/>
                      </a:path>
                    </a:pathLst>
                  </a:custGeom>
                  <a:solidFill>
                    <a:srgbClr val="FFC45E"/>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83" name="任意多边形: 形状 82">
                    <a:extLst>
                      <a:ext uri="{FF2B5EF4-FFF2-40B4-BE49-F238E27FC236}">
                        <a16:creationId xmlns:a16="http://schemas.microsoft.com/office/drawing/2014/main" id="{9FF00DFD-97AC-B648-3A3B-B7827720DF20}"/>
                      </a:ext>
                    </a:extLst>
                  </p:cNvPr>
                  <p:cNvSpPr/>
                  <p:nvPr/>
                </p:nvSpPr>
                <p:spPr>
                  <a:xfrm>
                    <a:off x="6448492" y="2560578"/>
                    <a:ext cx="67141" cy="103362"/>
                  </a:xfrm>
                  <a:custGeom>
                    <a:avLst/>
                    <a:gdLst>
                      <a:gd name="connsiteX0" fmla="*/ 3534 w 67141"/>
                      <a:gd name="connsiteY0" fmla="*/ 31804 h 103362"/>
                      <a:gd name="connsiteX1" fmla="*/ 0 w 67141"/>
                      <a:gd name="connsiteY1" fmla="*/ 103362 h 103362"/>
                      <a:gd name="connsiteX2" fmla="*/ 67141 w 67141"/>
                      <a:gd name="connsiteY2" fmla="*/ 0 h 103362"/>
                    </a:gdLst>
                    <a:ahLst/>
                    <a:cxnLst>
                      <a:cxn ang="0">
                        <a:pos x="connsiteX0" y="connsiteY0"/>
                      </a:cxn>
                      <a:cxn ang="0">
                        <a:pos x="connsiteX1" y="connsiteY1"/>
                      </a:cxn>
                      <a:cxn ang="0">
                        <a:pos x="connsiteX2" y="connsiteY2"/>
                      </a:cxn>
                    </a:cxnLst>
                    <a:rect l="l" t="t" r="r" b="b"/>
                    <a:pathLst>
                      <a:path w="67141" h="103362">
                        <a:moveTo>
                          <a:pt x="3534" y="31804"/>
                        </a:moveTo>
                        <a:lnTo>
                          <a:pt x="0" y="103362"/>
                        </a:lnTo>
                        <a:lnTo>
                          <a:pt x="67141" y="0"/>
                        </a:lnTo>
                        <a:close/>
                      </a:path>
                    </a:pathLst>
                  </a:custGeom>
                  <a:solidFill>
                    <a:srgbClr val="FFF385"/>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84" name="任意多边形: 形状 83">
                    <a:extLst>
                      <a:ext uri="{FF2B5EF4-FFF2-40B4-BE49-F238E27FC236}">
                        <a16:creationId xmlns:a16="http://schemas.microsoft.com/office/drawing/2014/main" id="{D5885E53-86EC-D5E8-6779-9AACD2C2FAD5}"/>
                      </a:ext>
                    </a:extLst>
                  </p:cNvPr>
                  <p:cNvSpPr/>
                  <p:nvPr/>
                </p:nvSpPr>
                <p:spPr>
                  <a:xfrm>
                    <a:off x="6406970" y="2536725"/>
                    <a:ext cx="108663" cy="55656"/>
                  </a:xfrm>
                  <a:custGeom>
                    <a:avLst/>
                    <a:gdLst>
                      <a:gd name="connsiteX0" fmla="*/ 0 w 108663"/>
                      <a:gd name="connsiteY0" fmla="*/ 0 h 55656"/>
                      <a:gd name="connsiteX1" fmla="*/ 45055 w 108663"/>
                      <a:gd name="connsiteY1" fmla="*/ 55657 h 55656"/>
                      <a:gd name="connsiteX2" fmla="*/ 108663 w 108663"/>
                      <a:gd name="connsiteY2" fmla="*/ 23853 h 55656"/>
                    </a:gdLst>
                    <a:ahLst/>
                    <a:cxnLst>
                      <a:cxn ang="0">
                        <a:pos x="connsiteX0" y="connsiteY0"/>
                      </a:cxn>
                      <a:cxn ang="0">
                        <a:pos x="connsiteX1" y="connsiteY1"/>
                      </a:cxn>
                      <a:cxn ang="0">
                        <a:pos x="connsiteX2" y="connsiteY2"/>
                      </a:cxn>
                    </a:cxnLst>
                    <a:rect l="l" t="t" r="r" b="b"/>
                    <a:pathLst>
                      <a:path w="108663" h="55656">
                        <a:moveTo>
                          <a:pt x="0" y="0"/>
                        </a:moveTo>
                        <a:lnTo>
                          <a:pt x="45055" y="55657"/>
                        </a:lnTo>
                        <a:lnTo>
                          <a:pt x="108663" y="23853"/>
                        </a:lnTo>
                        <a:close/>
                      </a:path>
                    </a:pathLst>
                  </a:custGeom>
                  <a:solidFill>
                    <a:srgbClr val="FFC45E"/>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grpSp>
          </p:grpSp>
          <p:grpSp>
            <p:nvGrpSpPr>
              <p:cNvPr id="29" name="图形 901">
                <a:extLst>
                  <a:ext uri="{FF2B5EF4-FFF2-40B4-BE49-F238E27FC236}">
                    <a16:creationId xmlns:a16="http://schemas.microsoft.com/office/drawing/2014/main" id="{AC8221B3-EB28-B1E2-ECAB-F5BFE85B6CF4}"/>
                  </a:ext>
                </a:extLst>
              </p:cNvPr>
              <p:cNvGrpSpPr/>
              <p:nvPr/>
            </p:nvGrpSpPr>
            <p:grpSpPr>
              <a:xfrm>
                <a:off x="5277934" y="2457216"/>
                <a:ext cx="217326" cy="206724"/>
                <a:chOff x="5277934" y="2457216"/>
                <a:chExt cx="217326" cy="206724"/>
              </a:xfrm>
            </p:grpSpPr>
            <p:sp>
              <p:nvSpPr>
                <p:cNvPr id="61" name="任意多边形: 形状 60">
                  <a:extLst>
                    <a:ext uri="{FF2B5EF4-FFF2-40B4-BE49-F238E27FC236}">
                      <a16:creationId xmlns:a16="http://schemas.microsoft.com/office/drawing/2014/main" id="{411144A8-693F-098F-8E7A-C50BA272B148}"/>
                    </a:ext>
                  </a:extLst>
                </p:cNvPr>
                <p:cNvSpPr/>
                <p:nvPr/>
              </p:nvSpPr>
              <p:spPr>
                <a:xfrm>
                  <a:off x="5277934" y="2457216"/>
                  <a:ext cx="217326" cy="206724"/>
                </a:xfrm>
                <a:custGeom>
                  <a:avLst/>
                  <a:gdLst>
                    <a:gd name="connsiteX0" fmla="*/ 217326 w 217326"/>
                    <a:gd name="connsiteY0" fmla="*/ 79510 h 206724"/>
                    <a:gd name="connsiteX1" fmla="*/ 147535 w 217326"/>
                    <a:gd name="connsiteY1" fmla="*/ 60074 h 206724"/>
                    <a:gd name="connsiteX2" fmla="*/ 108663 w 217326"/>
                    <a:gd name="connsiteY2" fmla="*/ 0 h 206724"/>
                    <a:gd name="connsiteX3" fmla="*/ 68908 w 217326"/>
                    <a:gd name="connsiteY3" fmla="*/ 60074 h 206724"/>
                    <a:gd name="connsiteX4" fmla="*/ 0 w 217326"/>
                    <a:gd name="connsiteY4" fmla="*/ 79510 h 206724"/>
                    <a:gd name="connsiteX5" fmla="*/ 44172 w 217326"/>
                    <a:gd name="connsiteY5" fmla="*/ 135166 h 206724"/>
                    <a:gd name="connsiteX6" fmla="*/ 41522 w 217326"/>
                    <a:gd name="connsiteY6" fmla="*/ 206725 h 206724"/>
                    <a:gd name="connsiteX7" fmla="*/ 108663 w 217326"/>
                    <a:gd name="connsiteY7" fmla="*/ 181989 h 206724"/>
                    <a:gd name="connsiteX8" fmla="*/ 175805 w 217326"/>
                    <a:gd name="connsiteY8" fmla="*/ 206725 h 206724"/>
                    <a:gd name="connsiteX9" fmla="*/ 172271 w 217326"/>
                    <a:gd name="connsiteY9" fmla="*/ 135166 h 206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7326" h="206724">
                      <a:moveTo>
                        <a:pt x="217326" y="79510"/>
                      </a:moveTo>
                      <a:lnTo>
                        <a:pt x="147535" y="60074"/>
                      </a:lnTo>
                      <a:lnTo>
                        <a:pt x="108663" y="0"/>
                      </a:lnTo>
                      <a:lnTo>
                        <a:pt x="68908" y="60074"/>
                      </a:lnTo>
                      <a:lnTo>
                        <a:pt x="0" y="79510"/>
                      </a:lnTo>
                      <a:lnTo>
                        <a:pt x="44172" y="135166"/>
                      </a:lnTo>
                      <a:lnTo>
                        <a:pt x="41522" y="206725"/>
                      </a:lnTo>
                      <a:lnTo>
                        <a:pt x="108663" y="181989"/>
                      </a:lnTo>
                      <a:lnTo>
                        <a:pt x="175805" y="206725"/>
                      </a:lnTo>
                      <a:lnTo>
                        <a:pt x="172271" y="135166"/>
                      </a:lnTo>
                      <a:close/>
                    </a:path>
                  </a:pathLst>
                </a:custGeom>
                <a:solidFill>
                  <a:srgbClr val="EB6559"/>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grpSp>
              <p:nvGrpSpPr>
                <p:cNvPr id="62" name="图形 901">
                  <a:extLst>
                    <a:ext uri="{FF2B5EF4-FFF2-40B4-BE49-F238E27FC236}">
                      <a16:creationId xmlns:a16="http://schemas.microsoft.com/office/drawing/2014/main" id="{D7BF3589-F806-F77C-7540-3AFCC1C403E7}"/>
                    </a:ext>
                  </a:extLst>
                </p:cNvPr>
                <p:cNvGrpSpPr/>
                <p:nvPr/>
              </p:nvGrpSpPr>
              <p:grpSpPr>
                <a:xfrm>
                  <a:off x="5300020" y="2478418"/>
                  <a:ext cx="172270" cy="164319"/>
                  <a:chOff x="5300020" y="2478418"/>
                  <a:chExt cx="172270" cy="164319"/>
                </a:xfrm>
              </p:grpSpPr>
              <p:sp>
                <p:nvSpPr>
                  <p:cNvPr id="63" name="任意多边形: 形状 62">
                    <a:extLst>
                      <a:ext uri="{FF2B5EF4-FFF2-40B4-BE49-F238E27FC236}">
                        <a16:creationId xmlns:a16="http://schemas.microsoft.com/office/drawing/2014/main" id="{05678A03-22B6-A443-1F0D-E9D930259E8D}"/>
                      </a:ext>
                    </a:extLst>
                  </p:cNvPr>
                  <p:cNvSpPr/>
                  <p:nvPr/>
                </p:nvSpPr>
                <p:spPr>
                  <a:xfrm>
                    <a:off x="5300020" y="2526124"/>
                    <a:ext cx="86577" cy="34454"/>
                  </a:xfrm>
                  <a:custGeom>
                    <a:avLst/>
                    <a:gdLst>
                      <a:gd name="connsiteX0" fmla="*/ 54773 w 86577"/>
                      <a:gd name="connsiteY0" fmla="*/ 0 h 34454"/>
                      <a:gd name="connsiteX1" fmla="*/ 0 w 86577"/>
                      <a:gd name="connsiteY1" fmla="*/ 15018 h 34454"/>
                      <a:gd name="connsiteX2" fmla="*/ 86577 w 86577"/>
                      <a:gd name="connsiteY2" fmla="*/ 34454 h 34454"/>
                    </a:gdLst>
                    <a:ahLst/>
                    <a:cxnLst>
                      <a:cxn ang="0">
                        <a:pos x="connsiteX0" y="connsiteY0"/>
                      </a:cxn>
                      <a:cxn ang="0">
                        <a:pos x="connsiteX1" y="connsiteY1"/>
                      </a:cxn>
                      <a:cxn ang="0">
                        <a:pos x="connsiteX2" y="connsiteY2"/>
                      </a:cxn>
                    </a:cxnLst>
                    <a:rect l="l" t="t" r="r" b="b"/>
                    <a:pathLst>
                      <a:path w="86577" h="34454">
                        <a:moveTo>
                          <a:pt x="54773" y="0"/>
                        </a:moveTo>
                        <a:lnTo>
                          <a:pt x="0" y="15018"/>
                        </a:lnTo>
                        <a:lnTo>
                          <a:pt x="86577" y="34454"/>
                        </a:lnTo>
                        <a:close/>
                      </a:path>
                    </a:pathLst>
                  </a:custGeom>
                  <a:solidFill>
                    <a:srgbClr val="FFF385"/>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64" name="任意多边形: 形状 63">
                    <a:extLst>
                      <a:ext uri="{FF2B5EF4-FFF2-40B4-BE49-F238E27FC236}">
                        <a16:creationId xmlns:a16="http://schemas.microsoft.com/office/drawing/2014/main" id="{DE3CF5C1-FC84-8B7B-DDBC-559816420C9F}"/>
                      </a:ext>
                    </a:extLst>
                  </p:cNvPr>
                  <p:cNvSpPr/>
                  <p:nvPr/>
                </p:nvSpPr>
                <p:spPr>
                  <a:xfrm>
                    <a:off x="5386597" y="2478418"/>
                    <a:ext cx="30920" cy="82159"/>
                  </a:xfrm>
                  <a:custGeom>
                    <a:avLst/>
                    <a:gdLst>
                      <a:gd name="connsiteX0" fmla="*/ 30920 w 30920"/>
                      <a:gd name="connsiteY0" fmla="*/ 47706 h 82159"/>
                      <a:gd name="connsiteX1" fmla="*/ 0 w 30920"/>
                      <a:gd name="connsiteY1" fmla="*/ 0 h 82159"/>
                      <a:gd name="connsiteX2" fmla="*/ 0 w 30920"/>
                      <a:gd name="connsiteY2" fmla="*/ 82160 h 82159"/>
                    </a:gdLst>
                    <a:ahLst/>
                    <a:cxnLst>
                      <a:cxn ang="0">
                        <a:pos x="connsiteX0" y="connsiteY0"/>
                      </a:cxn>
                      <a:cxn ang="0">
                        <a:pos x="connsiteX1" y="connsiteY1"/>
                      </a:cxn>
                      <a:cxn ang="0">
                        <a:pos x="connsiteX2" y="connsiteY2"/>
                      </a:cxn>
                    </a:cxnLst>
                    <a:rect l="l" t="t" r="r" b="b"/>
                    <a:pathLst>
                      <a:path w="30920" h="82159">
                        <a:moveTo>
                          <a:pt x="30920" y="47706"/>
                        </a:moveTo>
                        <a:lnTo>
                          <a:pt x="0" y="0"/>
                        </a:lnTo>
                        <a:lnTo>
                          <a:pt x="0" y="82160"/>
                        </a:lnTo>
                        <a:close/>
                      </a:path>
                    </a:pathLst>
                  </a:custGeom>
                  <a:solidFill>
                    <a:srgbClr val="FFF385"/>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65" name="任意多边形: 形状 64">
                    <a:extLst>
                      <a:ext uri="{FF2B5EF4-FFF2-40B4-BE49-F238E27FC236}">
                        <a16:creationId xmlns:a16="http://schemas.microsoft.com/office/drawing/2014/main" id="{FB810157-3CA6-8E70-FFA7-8596F100D980}"/>
                      </a:ext>
                    </a:extLst>
                  </p:cNvPr>
                  <p:cNvSpPr/>
                  <p:nvPr/>
                </p:nvSpPr>
                <p:spPr>
                  <a:xfrm>
                    <a:off x="5354793" y="2478418"/>
                    <a:ext cx="31803" cy="82159"/>
                  </a:xfrm>
                  <a:custGeom>
                    <a:avLst/>
                    <a:gdLst>
                      <a:gd name="connsiteX0" fmla="*/ 31804 w 31803"/>
                      <a:gd name="connsiteY0" fmla="*/ 0 h 82159"/>
                      <a:gd name="connsiteX1" fmla="*/ 0 w 31803"/>
                      <a:gd name="connsiteY1" fmla="*/ 47706 h 82159"/>
                      <a:gd name="connsiteX2" fmla="*/ 31804 w 31803"/>
                      <a:gd name="connsiteY2" fmla="*/ 82160 h 82159"/>
                    </a:gdLst>
                    <a:ahLst/>
                    <a:cxnLst>
                      <a:cxn ang="0">
                        <a:pos x="connsiteX0" y="connsiteY0"/>
                      </a:cxn>
                      <a:cxn ang="0">
                        <a:pos x="connsiteX1" y="connsiteY1"/>
                      </a:cxn>
                      <a:cxn ang="0">
                        <a:pos x="connsiteX2" y="connsiteY2"/>
                      </a:cxn>
                    </a:cxnLst>
                    <a:rect l="l" t="t" r="r" b="b"/>
                    <a:pathLst>
                      <a:path w="31803" h="82159">
                        <a:moveTo>
                          <a:pt x="31804" y="0"/>
                        </a:moveTo>
                        <a:lnTo>
                          <a:pt x="0" y="47706"/>
                        </a:lnTo>
                        <a:lnTo>
                          <a:pt x="31804" y="82160"/>
                        </a:lnTo>
                        <a:close/>
                      </a:path>
                    </a:pathLst>
                  </a:custGeom>
                  <a:solidFill>
                    <a:srgbClr val="FFC45E"/>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66" name="任意多边形: 形状 65">
                    <a:extLst>
                      <a:ext uri="{FF2B5EF4-FFF2-40B4-BE49-F238E27FC236}">
                        <a16:creationId xmlns:a16="http://schemas.microsoft.com/office/drawing/2014/main" id="{C8D834B1-C497-EEBF-4DF5-8EB29B3D2F78}"/>
                      </a:ext>
                    </a:extLst>
                  </p:cNvPr>
                  <p:cNvSpPr/>
                  <p:nvPr/>
                </p:nvSpPr>
                <p:spPr>
                  <a:xfrm>
                    <a:off x="5386597" y="2541142"/>
                    <a:ext cx="85693" cy="45055"/>
                  </a:xfrm>
                  <a:custGeom>
                    <a:avLst/>
                    <a:gdLst>
                      <a:gd name="connsiteX0" fmla="*/ 50356 w 85693"/>
                      <a:gd name="connsiteY0" fmla="*/ 45055 h 45055"/>
                      <a:gd name="connsiteX1" fmla="*/ 85694 w 85693"/>
                      <a:gd name="connsiteY1" fmla="*/ 0 h 45055"/>
                      <a:gd name="connsiteX2" fmla="*/ 0 w 85693"/>
                      <a:gd name="connsiteY2" fmla="*/ 19436 h 45055"/>
                    </a:gdLst>
                    <a:ahLst/>
                    <a:cxnLst>
                      <a:cxn ang="0">
                        <a:pos x="connsiteX0" y="connsiteY0"/>
                      </a:cxn>
                      <a:cxn ang="0">
                        <a:pos x="connsiteX1" y="connsiteY1"/>
                      </a:cxn>
                      <a:cxn ang="0">
                        <a:pos x="connsiteX2" y="connsiteY2"/>
                      </a:cxn>
                    </a:cxnLst>
                    <a:rect l="l" t="t" r="r" b="b"/>
                    <a:pathLst>
                      <a:path w="85693" h="45055">
                        <a:moveTo>
                          <a:pt x="50356" y="45055"/>
                        </a:moveTo>
                        <a:lnTo>
                          <a:pt x="85694" y="0"/>
                        </a:lnTo>
                        <a:lnTo>
                          <a:pt x="0" y="19436"/>
                        </a:lnTo>
                        <a:close/>
                      </a:path>
                    </a:pathLst>
                  </a:custGeom>
                  <a:solidFill>
                    <a:srgbClr val="FFF385"/>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67" name="任意多边形: 形状 66">
                    <a:extLst>
                      <a:ext uri="{FF2B5EF4-FFF2-40B4-BE49-F238E27FC236}">
                        <a16:creationId xmlns:a16="http://schemas.microsoft.com/office/drawing/2014/main" id="{231F831E-D7FC-6558-5931-D4B81A949C4B}"/>
                      </a:ext>
                    </a:extLst>
                  </p:cNvPr>
                  <p:cNvSpPr/>
                  <p:nvPr/>
                </p:nvSpPr>
                <p:spPr>
                  <a:xfrm>
                    <a:off x="5386597" y="2526124"/>
                    <a:ext cx="85693" cy="34454"/>
                  </a:xfrm>
                  <a:custGeom>
                    <a:avLst/>
                    <a:gdLst>
                      <a:gd name="connsiteX0" fmla="*/ 85694 w 85693"/>
                      <a:gd name="connsiteY0" fmla="*/ 15018 h 34454"/>
                      <a:gd name="connsiteX1" fmla="*/ 30920 w 85693"/>
                      <a:gd name="connsiteY1" fmla="*/ 0 h 34454"/>
                      <a:gd name="connsiteX2" fmla="*/ 0 w 85693"/>
                      <a:gd name="connsiteY2" fmla="*/ 34454 h 34454"/>
                    </a:gdLst>
                    <a:ahLst/>
                    <a:cxnLst>
                      <a:cxn ang="0">
                        <a:pos x="connsiteX0" y="connsiteY0"/>
                      </a:cxn>
                      <a:cxn ang="0">
                        <a:pos x="connsiteX1" y="connsiteY1"/>
                      </a:cxn>
                      <a:cxn ang="0">
                        <a:pos x="connsiteX2" y="connsiteY2"/>
                      </a:cxn>
                    </a:cxnLst>
                    <a:rect l="l" t="t" r="r" b="b"/>
                    <a:pathLst>
                      <a:path w="85693" h="34454">
                        <a:moveTo>
                          <a:pt x="85694" y="15018"/>
                        </a:moveTo>
                        <a:lnTo>
                          <a:pt x="30920" y="0"/>
                        </a:lnTo>
                        <a:lnTo>
                          <a:pt x="0" y="34454"/>
                        </a:lnTo>
                        <a:close/>
                      </a:path>
                    </a:pathLst>
                  </a:custGeom>
                  <a:solidFill>
                    <a:srgbClr val="FFC45E"/>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68" name="任意多边形: 形状 67">
                    <a:extLst>
                      <a:ext uri="{FF2B5EF4-FFF2-40B4-BE49-F238E27FC236}">
                        <a16:creationId xmlns:a16="http://schemas.microsoft.com/office/drawing/2014/main" id="{6DC91D42-5DDF-57C4-F31D-B886C2881FC8}"/>
                      </a:ext>
                    </a:extLst>
                  </p:cNvPr>
                  <p:cNvSpPr/>
                  <p:nvPr/>
                </p:nvSpPr>
                <p:spPr>
                  <a:xfrm>
                    <a:off x="5386597" y="2560578"/>
                    <a:ext cx="53006" cy="82159"/>
                  </a:xfrm>
                  <a:custGeom>
                    <a:avLst/>
                    <a:gdLst>
                      <a:gd name="connsiteX0" fmla="*/ 0 w 53006"/>
                      <a:gd name="connsiteY0" fmla="*/ 62724 h 82159"/>
                      <a:gd name="connsiteX1" fmla="*/ 53006 w 53006"/>
                      <a:gd name="connsiteY1" fmla="*/ 82160 h 82159"/>
                      <a:gd name="connsiteX2" fmla="*/ 0 w 53006"/>
                      <a:gd name="connsiteY2" fmla="*/ 0 h 82159"/>
                    </a:gdLst>
                    <a:ahLst/>
                    <a:cxnLst>
                      <a:cxn ang="0">
                        <a:pos x="connsiteX0" y="connsiteY0"/>
                      </a:cxn>
                      <a:cxn ang="0">
                        <a:pos x="connsiteX1" y="connsiteY1"/>
                      </a:cxn>
                      <a:cxn ang="0">
                        <a:pos x="connsiteX2" y="connsiteY2"/>
                      </a:cxn>
                    </a:cxnLst>
                    <a:rect l="l" t="t" r="r" b="b"/>
                    <a:pathLst>
                      <a:path w="53006" h="82159">
                        <a:moveTo>
                          <a:pt x="0" y="62724"/>
                        </a:moveTo>
                        <a:lnTo>
                          <a:pt x="53006" y="82160"/>
                        </a:lnTo>
                        <a:lnTo>
                          <a:pt x="0" y="0"/>
                        </a:lnTo>
                        <a:close/>
                      </a:path>
                    </a:pathLst>
                  </a:custGeom>
                  <a:solidFill>
                    <a:srgbClr val="FFF385"/>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69" name="任意多边形: 形状 68">
                    <a:extLst>
                      <a:ext uri="{FF2B5EF4-FFF2-40B4-BE49-F238E27FC236}">
                        <a16:creationId xmlns:a16="http://schemas.microsoft.com/office/drawing/2014/main" id="{F9E34F96-4076-3649-4AD2-74E90C4E5D45}"/>
                      </a:ext>
                    </a:extLst>
                  </p:cNvPr>
                  <p:cNvSpPr/>
                  <p:nvPr/>
                </p:nvSpPr>
                <p:spPr>
                  <a:xfrm>
                    <a:off x="5386597" y="2560578"/>
                    <a:ext cx="53006" cy="82159"/>
                  </a:xfrm>
                  <a:custGeom>
                    <a:avLst/>
                    <a:gdLst>
                      <a:gd name="connsiteX0" fmla="*/ 0 w 53006"/>
                      <a:gd name="connsiteY0" fmla="*/ 0 h 82159"/>
                      <a:gd name="connsiteX1" fmla="*/ 53006 w 53006"/>
                      <a:gd name="connsiteY1" fmla="*/ 82160 h 82159"/>
                      <a:gd name="connsiteX2" fmla="*/ 50356 w 53006"/>
                      <a:gd name="connsiteY2" fmla="*/ 25620 h 82159"/>
                    </a:gdLst>
                    <a:ahLst/>
                    <a:cxnLst>
                      <a:cxn ang="0">
                        <a:pos x="connsiteX0" y="connsiteY0"/>
                      </a:cxn>
                      <a:cxn ang="0">
                        <a:pos x="connsiteX1" y="connsiteY1"/>
                      </a:cxn>
                      <a:cxn ang="0">
                        <a:pos x="connsiteX2" y="connsiteY2"/>
                      </a:cxn>
                    </a:cxnLst>
                    <a:rect l="l" t="t" r="r" b="b"/>
                    <a:pathLst>
                      <a:path w="53006" h="82159">
                        <a:moveTo>
                          <a:pt x="0" y="0"/>
                        </a:moveTo>
                        <a:lnTo>
                          <a:pt x="53006" y="82160"/>
                        </a:lnTo>
                        <a:lnTo>
                          <a:pt x="50356" y="25620"/>
                        </a:lnTo>
                        <a:close/>
                      </a:path>
                    </a:pathLst>
                  </a:custGeom>
                  <a:solidFill>
                    <a:srgbClr val="FFC45E"/>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70" name="任意多边形: 形状 69">
                    <a:extLst>
                      <a:ext uri="{FF2B5EF4-FFF2-40B4-BE49-F238E27FC236}">
                        <a16:creationId xmlns:a16="http://schemas.microsoft.com/office/drawing/2014/main" id="{EEA4C536-7AB7-BED4-D73C-9FCFFE729510}"/>
                      </a:ext>
                    </a:extLst>
                  </p:cNvPr>
                  <p:cNvSpPr/>
                  <p:nvPr/>
                </p:nvSpPr>
                <p:spPr>
                  <a:xfrm>
                    <a:off x="5332707" y="2560578"/>
                    <a:ext cx="53889" cy="82159"/>
                  </a:xfrm>
                  <a:custGeom>
                    <a:avLst/>
                    <a:gdLst>
                      <a:gd name="connsiteX0" fmla="*/ 0 w 53889"/>
                      <a:gd name="connsiteY0" fmla="*/ 82160 h 82159"/>
                      <a:gd name="connsiteX1" fmla="*/ 53890 w 53889"/>
                      <a:gd name="connsiteY1" fmla="*/ 62724 h 82159"/>
                      <a:gd name="connsiteX2" fmla="*/ 53890 w 53889"/>
                      <a:gd name="connsiteY2" fmla="*/ 0 h 82159"/>
                    </a:gdLst>
                    <a:ahLst/>
                    <a:cxnLst>
                      <a:cxn ang="0">
                        <a:pos x="connsiteX0" y="connsiteY0"/>
                      </a:cxn>
                      <a:cxn ang="0">
                        <a:pos x="connsiteX1" y="connsiteY1"/>
                      </a:cxn>
                      <a:cxn ang="0">
                        <a:pos x="connsiteX2" y="connsiteY2"/>
                      </a:cxn>
                    </a:cxnLst>
                    <a:rect l="l" t="t" r="r" b="b"/>
                    <a:pathLst>
                      <a:path w="53889" h="82159">
                        <a:moveTo>
                          <a:pt x="0" y="82160"/>
                        </a:moveTo>
                        <a:lnTo>
                          <a:pt x="53890" y="62724"/>
                        </a:lnTo>
                        <a:lnTo>
                          <a:pt x="53890" y="0"/>
                        </a:lnTo>
                        <a:close/>
                      </a:path>
                    </a:pathLst>
                  </a:custGeom>
                  <a:solidFill>
                    <a:srgbClr val="FFC45E"/>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71" name="任意多边形: 形状 70">
                    <a:extLst>
                      <a:ext uri="{FF2B5EF4-FFF2-40B4-BE49-F238E27FC236}">
                        <a16:creationId xmlns:a16="http://schemas.microsoft.com/office/drawing/2014/main" id="{65FCF0A0-186E-95BC-7747-34DB881447B5}"/>
                      </a:ext>
                    </a:extLst>
                  </p:cNvPr>
                  <p:cNvSpPr/>
                  <p:nvPr/>
                </p:nvSpPr>
                <p:spPr>
                  <a:xfrm>
                    <a:off x="5332707" y="2560578"/>
                    <a:ext cx="53889" cy="82159"/>
                  </a:xfrm>
                  <a:custGeom>
                    <a:avLst/>
                    <a:gdLst>
                      <a:gd name="connsiteX0" fmla="*/ 2650 w 53889"/>
                      <a:gd name="connsiteY0" fmla="*/ 25620 h 82159"/>
                      <a:gd name="connsiteX1" fmla="*/ 0 w 53889"/>
                      <a:gd name="connsiteY1" fmla="*/ 82160 h 82159"/>
                      <a:gd name="connsiteX2" fmla="*/ 53890 w 53889"/>
                      <a:gd name="connsiteY2" fmla="*/ 0 h 82159"/>
                    </a:gdLst>
                    <a:ahLst/>
                    <a:cxnLst>
                      <a:cxn ang="0">
                        <a:pos x="connsiteX0" y="connsiteY0"/>
                      </a:cxn>
                      <a:cxn ang="0">
                        <a:pos x="connsiteX1" y="connsiteY1"/>
                      </a:cxn>
                      <a:cxn ang="0">
                        <a:pos x="connsiteX2" y="connsiteY2"/>
                      </a:cxn>
                    </a:cxnLst>
                    <a:rect l="l" t="t" r="r" b="b"/>
                    <a:pathLst>
                      <a:path w="53889" h="82159">
                        <a:moveTo>
                          <a:pt x="2650" y="25620"/>
                        </a:moveTo>
                        <a:lnTo>
                          <a:pt x="0" y="82160"/>
                        </a:lnTo>
                        <a:lnTo>
                          <a:pt x="53890" y="0"/>
                        </a:lnTo>
                        <a:close/>
                      </a:path>
                    </a:pathLst>
                  </a:custGeom>
                  <a:solidFill>
                    <a:srgbClr val="FFF385"/>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72" name="任意多边形: 形状 71">
                    <a:extLst>
                      <a:ext uri="{FF2B5EF4-FFF2-40B4-BE49-F238E27FC236}">
                        <a16:creationId xmlns:a16="http://schemas.microsoft.com/office/drawing/2014/main" id="{FB947940-CA40-AB2A-6E8B-EE40D1480760}"/>
                      </a:ext>
                    </a:extLst>
                  </p:cNvPr>
                  <p:cNvSpPr/>
                  <p:nvPr/>
                </p:nvSpPr>
                <p:spPr>
                  <a:xfrm>
                    <a:off x="5300020" y="2541142"/>
                    <a:ext cx="86577" cy="45055"/>
                  </a:xfrm>
                  <a:custGeom>
                    <a:avLst/>
                    <a:gdLst>
                      <a:gd name="connsiteX0" fmla="*/ 0 w 86577"/>
                      <a:gd name="connsiteY0" fmla="*/ 0 h 45055"/>
                      <a:gd name="connsiteX1" fmla="*/ 35338 w 86577"/>
                      <a:gd name="connsiteY1" fmla="*/ 45055 h 45055"/>
                      <a:gd name="connsiteX2" fmla="*/ 86577 w 86577"/>
                      <a:gd name="connsiteY2" fmla="*/ 19436 h 45055"/>
                    </a:gdLst>
                    <a:ahLst/>
                    <a:cxnLst>
                      <a:cxn ang="0">
                        <a:pos x="connsiteX0" y="connsiteY0"/>
                      </a:cxn>
                      <a:cxn ang="0">
                        <a:pos x="connsiteX1" y="connsiteY1"/>
                      </a:cxn>
                      <a:cxn ang="0">
                        <a:pos x="connsiteX2" y="connsiteY2"/>
                      </a:cxn>
                    </a:cxnLst>
                    <a:rect l="l" t="t" r="r" b="b"/>
                    <a:pathLst>
                      <a:path w="86577" h="45055">
                        <a:moveTo>
                          <a:pt x="0" y="0"/>
                        </a:moveTo>
                        <a:lnTo>
                          <a:pt x="35338" y="45055"/>
                        </a:lnTo>
                        <a:lnTo>
                          <a:pt x="86577" y="19436"/>
                        </a:lnTo>
                        <a:close/>
                      </a:path>
                    </a:pathLst>
                  </a:custGeom>
                  <a:solidFill>
                    <a:srgbClr val="FFC45E"/>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grpSp>
          </p:grpSp>
          <p:grpSp>
            <p:nvGrpSpPr>
              <p:cNvPr id="30" name="图形 901">
                <a:extLst>
                  <a:ext uri="{FF2B5EF4-FFF2-40B4-BE49-F238E27FC236}">
                    <a16:creationId xmlns:a16="http://schemas.microsoft.com/office/drawing/2014/main" id="{681FF50B-E057-5565-99E9-3005B8EF98E6}"/>
                  </a:ext>
                </a:extLst>
              </p:cNvPr>
              <p:cNvGrpSpPr/>
              <p:nvPr/>
            </p:nvGrpSpPr>
            <p:grpSpPr>
              <a:xfrm>
                <a:off x="6721475" y="2457216"/>
                <a:ext cx="217326" cy="206724"/>
                <a:chOff x="6721475" y="2457216"/>
                <a:chExt cx="217326" cy="206724"/>
              </a:xfrm>
            </p:grpSpPr>
            <p:sp>
              <p:nvSpPr>
                <p:cNvPr id="49" name="任意多边形: 形状 48">
                  <a:extLst>
                    <a:ext uri="{FF2B5EF4-FFF2-40B4-BE49-F238E27FC236}">
                      <a16:creationId xmlns:a16="http://schemas.microsoft.com/office/drawing/2014/main" id="{25F07284-0E44-7382-A789-3501CBE72BD0}"/>
                    </a:ext>
                  </a:extLst>
                </p:cNvPr>
                <p:cNvSpPr/>
                <p:nvPr/>
              </p:nvSpPr>
              <p:spPr>
                <a:xfrm>
                  <a:off x="6721475" y="2457216"/>
                  <a:ext cx="217326" cy="206724"/>
                </a:xfrm>
                <a:custGeom>
                  <a:avLst/>
                  <a:gdLst>
                    <a:gd name="connsiteX0" fmla="*/ 217326 w 217326"/>
                    <a:gd name="connsiteY0" fmla="*/ 79510 h 206724"/>
                    <a:gd name="connsiteX1" fmla="*/ 148418 w 217326"/>
                    <a:gd name="connsiteY1" fmla="*/ 60074 h 206724"/>
                    <a:gd name="connsiteX2" fmla="*/ 108663 w 217326"/>
                    <a:gd name="connsiteY2" fmla="*/ 0 h 206724"/>
                    <a:gd name="connsiteX3" fmla="*/ 68908 w 217326"/>
                    <a:gd name="connsiteY3" fmla="*/ 60074 h 206724"/>
                    <a:gd name="connsiteX4" fmla="*/ 0 w 217326"/>
                    <a:gd name="connsiteY4" fmla="*/ 79510 h 206724"/>
                    <a:gd name="connsiteX5" fmla="*/ 45055 w 217326"/>
                    <a:gd name="connsiteY5" fmla="*/ 135166 h 206724"/>
                    <a:gd name="connsiteX6" fmla="*/ 41522 w 217326"/>
                    <a:gd name="connsiteY6" fmla="*/ 206725 h 206724"/>
                    <a:gd name="connsiteX7" fmla="*/ 108663 w 217326"/>
                    <a:gd name="connsiteY7" fmla="*/ 181989 h 206724"/>
                    <a:gd name="connsiteX8" fmla="*/ 175805 w 217326"/>
                    <a:gd name="connsiteY8" fmla="*/ 206725 h 206724"/>
                    <a:gd name="connsiteX9" fmla="*/ 172271 w 217326"/>
                    <a:gd name="connsiteY9" fmla="*/ 135166 h 206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7326" h="206724">
                      <a:moveTo>
                        <a:pt x="217326" y="79510"/>
                      </a:moveTo>
                      <a:lnTo>
                        <a:pt x="148418" y="60074"/>
                      </a:lnTo>
                      <a:lnTo>
                        <a:pt x="108663" y="0"/>
                      </a:lnTo>
                      <a:lnTo>
                        <a:pt x="68908" y="60074"/>
                      </a:lnTo>
                      <a:lnTo>
                        <a:pt x="0" y="79510"/>
                      </a:lnTo>
                      <a:lnTo>
                        <a:pt x="45055" y="135166"/>
                      </a:lnTo>
                      <a:lnTo>
                        <a:pt x="41522" y="206725"/>
                      </a:lnTo>
                      <a:lnTo>
                        <a:pt x="108663" y="181989"/>
                      </a:lnTo>
                      <a:lnTo>
                        <a:pt x="175805" y="206725"/>
                      </a:lnTo>
                      <a:lnTo>
                        <a:pt x="172271" y="135166"/>
                      </a:lnTo>
                      <a:close/>
                    </a:path>
                  </a:pathLst>
                </a:custGeom>
                <a:solidFill>
                  <a:srgbClr val="EB6559"/>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grpSp>
              <p:nvGrpSpPr>
                <p:cNvPr id="50" name="图形 901">
                  <a:extLst>
                    <a:ext uri="{FF2B5EF4-FFF2-40B4-BE49-F238E27FC236}">
                      <a16:creationId xmlns:a16="http://schemas.microsoft.com/office/drawing/2014/main" id="{AEECCB7D-D14A-7E37-1B4E-F0763B29FE03}"/>
                    </a:ext>
                  </a:extLst>
                </p:cNvPr>
                <p:cNvGrpSpPr/>
                <p:nvPr/>
              </p:nvGrpSpPr>
              <p:grpSpPr>
                <a:xfrm>
                  <a:off x="6743561" y="2478418"/>
                  <a:ext cx="173154" cy="164319"/>
                  <a:chOff x="6743561" y="2478418"/>
                  <a:chExt cx="173154" cy="164319"/>
                </a:xfrm>
              </p:grpSpPr>
              <p:sp>
                <p:nvSpPr>
                  <p:cNvPr id="51" name="任意多边形: 形状 50">
                    <a:extLst>
                      <a:ext uri="{FF2B5EF4-FFF2-40B4-BE49-F238E27FC236}">
                        <a16:creationId xmlns:a16="http://schemas.microsoft.com/office/drawing/2014/main" id="{F9AFAE65-5142-ACBA-7DB1-DD798E193062}"/>
                      </a:ext>
                    </a:extLst>
                  </p:cNvPr>
                  <p:cNvSpPr/>
                  <p:nvPr/>
                </p:nvSpPr>
                <p:spPr>
                  <a:xfrm>
                    <a:off x="6743561" y="2526124"/>
                    <a:ext cx="86577" cy="34454"/>
                  </a:xfrm>
                  <a:custGeom>
                    <a:avLst/>
                    <a:gdLst>
                      <a:gd name="connsiteX0" fmla="*/ 55657 w 86577"/>
                      <a:gd name="connsiteY0" fmla="*/ 0 h 34454"/>
                      <a:gd name="connsiteX1" fmla="*/ 0 w 86577"/>
                      <a:gd name="connsiteY1" fmla="*/ 15018 h 34454"/>
                      <a:gd name="connsiteX2" fmla="*/ 86577 w 86577"/>
                      <a:gd name="connsiteY2" fmla="*/ 34454 h 34454"/>
                    </a:gdLst>
                    <a:ahLst/>
                    <a:cxnLst>
                      <a:cxn ang="0">
                        <a:pos x="connsiteX0" y="connsiteY0"/>
                      </a:cxn>
                      <a:cxn ang="0">
                        <a:pos x="connsiteX1" y="connsiteY1"/>
                      </a:cxn>
                      <a:cxn ang="0">
                        <a:pos x="connsiteX2" y="connsiteY2"/>
                      </a:cxn>
                    </a:cxnLst>
                    <a:rect l="l" t="t" r="r" b="b"/>
                    <a:pathLst>
                      <a:path w="86577" h="34454">
                        <a:moveTo>
                          <a:pt x="55657" y="0"/>
                        </a:moveTo>
                        <a:lnTo>
                          <a:pt x="0" y="15018"/>
                        </a:lnTo>
                        <a:lnTo>
                          <a:pt x="86577" y="34454"/>
                        </a:lnTo>
                        <a:close/>
                      </a:path>
                    </a:pathLst>
                  </a:custGeom>
                  <a:solidFill>
                    <a:srgbClr val="FFF385"/>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52" name="任意多边形: 形状 51">
                    <a:extLst>
                      <a:ext uri="{FF2B5EF4-FFF2-40B4-BE49-F238E27FC236}">
                        <a16:creationId xmlns:a16="http://schemas.microsoft.com/office/drawing/2014/main" id="{1CEA7F6A-24D7-F306-7DCF-8A74766E4502}"/>
                      </a:ext>
                    </a:extLst>
                  </p:cNvPr>
                  <p:cNvSpPr/>
                  <p:nvPr/>
                </p:nvSpPr>
                <p:spPr>
                  <a:xfrm>
                    <a:off x="6830138" y="2478418"/>
                    <a:ext cx="31803" cy="82159"/>
                  </a:xfrm>
                  <a:custGeom>
                    <a:avLst/>
                    <a:gdLst>
                      <a:gd name="connsiteX0" fmla="*/ 31804 w 31803"/>
                      <a:gd name="connsiteY0" fmla="*/ 47706 h 82159"/>
                      <a:gd name="connsiteX1" fmla="*/ 0 w 31803"/>
                      <a:gd name="connsiteY1" fmla="*/ 0 h 82159"/>
                      <a:gd name="connsiteX2" fmla="*/ 0 w 31803"/>
                      <a:gd name="connsiteY2" fmla="*/ 82160 h 82159"/>
                    </a:gdLst>
                    <a:ahLst/>
                    <a:cxnLst>
                      <a:cxn ang="0">
                        <a:pos x="connsiteX0" y="connsiteY0"/>
                      </a:cxn>
                      <a:cxn ang="0">
                        <a:pos x="connsiteX1" y="connsiteY1"/>
                      </a:cxn>
                      <a:cxn ang="0">
                        <a:pos x="connsiteX2" y="connsiteY2"/>
                      </a:cxn>
                    </a:cxnLst>
                    <a:rect l="l" t="t" r="r" b="b"/>
                    <a:pathLst>
                      <a:path w="31803" h="82159">
                        <a:moveTo>
                          <a:pt x="31804" y="47706"/>
                        </a:moveTo>
                        <a:lnTo>
                          <a:pt x="0" y="0"/>
                        </a:lnTo>
                        <a:lnTo>
                          <a:pt x="0" y="82160"/>
                        </a:lnTo>
                        <a:close/>
                      </a:path>
                    </a:pathLst>
                  </a:custGeom>
                  <a:solidFill>
                    <a:srgbClr val="FFF385"/>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53" name="任意多边形: 形状 52">
                    <a:extLst>
                      <a:ext uri="{FF2B5EF4-FFF2-40B4-BE49-F238E27FC236}">
                        <a16:creationId xmlns:a16="http://schemas.microsoft.com/office/drawing/2014/main" id="{B5D474A4-BD43-ECB2-1B9C-C952FD39B132}"/>
                      </a:ext>
                    </a:extLst>
                  </p:cNvPr>
                  <p:cNvSpPr/>
                  <p:nvPr/>
                </p:nvSpPr>
                <p:spPr>
                  <a:xfrm>
                    <a:off x="6799218" y="2478418"/>
                    <a:ext cx="30920" cy="82159"/>
                  </a:xfrm>
                  <a:custGeom>
                    <a:avLst/>
                    <a:gdLst>
                      <a:gd name="connsiteX0" fmla="*/ 30920 w 30920"/>
                      <a:gd name="connsiteY0" fmla="*/ 0 h 82159"/>
                      <a:gd name="connsiteX1" fmla="*/ 0 w 30920"/>
                      <a:gd name="connsiteY1" fmla="*/ 47706 h 82159"/>
                      <a:gd name="connsiteX2" fmla="*/ 30920 w 30920"/>
                      <a:gd name="connsiteY2" fmla="*/ 82160 h 82159"/>
                    </a:gdLst>
                    <a:ahLst/>
                    <a:cxnLst>
                      <a:cxn ang="0">
                        <a:pos x="connsiteX0" y="connsiteY0"/>
                      </a:cxn>
                      <a:cxn ang="0">
                        <a:pos x="connsiteX1" y="connsiteY1"/>
                      </a:cxn>
                      <a:cxn ang="0">
                        <a:pos x="connsiteX2" y="connsiteY2"/>
                      </a:cxn>
                    </a:cxnLst>
                    <a:rect l="l" t="t" r="r" b="b"/>
                    <a:pathLst>
                      <a:path w="30920" h="82159">
                        <a:moveTo>
                          <a:pt x="30920" y="0"/>
                        </a:moveTo>
                        <a:lnTo>
                          <a:pt x="0" y="47706"/>
                        </a:lnTo>
                        <a:lnTo>
                          <a:pt x="30920" y="82160"/>
                        </a:lnTo>
                        <a:close/>
                      </a:path>
                    </a:pathLst>
                  </a:custGeom>
                  <a:solidFill>
                    <a:srgbClr val="FFC45E"/>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54" name="任意多边形: 形状 53">
                    <a:extLst>
                      <a:ext uri="{FF2B5EF4-FFF2-40B4-BE49-F238E27FC236}">
                        <a16:creationId xmlns:a16="http://schemas.microsoft.com/office/drawing/2014/main" id="{4FCBFE5B-15B8-D683-AE51-8EA1B6A21369}"/>
                      </a:ext>
                    </a:extLst>
                  </p:cNvPr>
                  <p:cNvSpPr/>
                  <p:nvPr/>
                </p:nvSpPr>
                <p:spPr>
                  <a:xfrm>
                    <a:off x="6830138" y="2541142"/>
                    <a:ext cx="86577" cy="45055"/>
                  </a:xfrm>
                  <a:custGeom>
                    <a:avLst/>
                    <a:gdLst>
                      <a:gd name="connsiteX0" fmla="*/ 51239 w 86577"/>
                      <a:gd name="connsiteY0" fmla="*/ 45055 h 45055"/>
                      <a:gd name="connsiteX1" fmla="*/ 86577 w 86577"/>
                      <a:gd name="connsiteY1" fmla="*/ 0 h 45055"/>
                      <a:gd name="connsiteX2" fmla="*/ 0 w 86577"/>
                      <a:gd name="connsiteY2" fmla="*/ 19436 h 45055"/>
                    </a:gdLst>
                    <a:ahLst/>
                    <a:cxnLst>
                      <a:cxn ang="0">
                        <a:pos x="connsiteX0" y="connsiteY0"/>
                      </a:cxn>
                      <a:cxn ang="0">
                        <a:pos x="connsiteX1" y="connsiteY1"/>
                      </a:cxn>
                      <a:cxn ang="0">
                        <a:pos x="connsiteX2" y="connsiteY2"/>
                      </a:cxn>
                    </a:cxnLst>
                    <a:rect l="l" t="t" r="r" b="b"/>
                    <a:pathLst>
                      <a:path w="86577" h="45055">
                        <a:moveTo>
                          <a:pt x="51239" y="45055"/>
                        </a:moveTo>
                        <a:lnTo>
                          <a:pt x="86577" y="0"/>
                        </a:lnTo>
                        <a:lnTo>
                          <a:pt x="0" y="19436"/>
                        </a:lnTo>
                        <a:close/>
                      </a:path>
                    </a:pathLst>
                  </a:custGeom>
                  <a:solidFill>
                    <a:srgbClr val="FFF385"/>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55" name="任意多边形: 形状 54">
                    <a:extLst>
                      <a:ext uri="{FF2B5EF4-FFF2-40B4-BE49-F238E27FC236}">
                        <a16:creationId xmlns:a16="http://schemas.microsoft.com/office/drawing/2014/main" id="{3DE2055C-F03D-DE78-8584-2D83F4EC15D9}"/>
                      </a:ext>
                    </a:extLst>
                  </p:cNvPr>
                  <p:cNvSpPr/>
                  <p:nvPr/>
                </p:nvSpPr>
                <p:spPr>
                  <a:xfrm>
                    <a:off x="6830138" y="2526124"/>
                    <a:ext cx="86577" cy="34454"/>
                  </a:xfrm>
                  <a:custGeom>
                    <a:avLst/>
                    <a:gdLst>
                      <a:gd name="connsiteX0" fmla="*/ 86577 w 86577"/>
                      <a:gd name="connsiteY0" fmla="*/ 15018 h 34454"/>
                      <a:gd name="connsiteX1" fmla="*/ 31804 w 86577"/>
                      <a:gd name="connsiteY1" fmla="*/ 0 h 34454"/>
                      <a:gd name="connsiteX2" fmla="*/ 0 w 86577"/>
                      <a:gd name="connsiteY2" fmla="*/ 34454 h 34454"/>
                    </a:gdLst>
                    <a:ahLst/>
                    <a:cxnLst>
                      <a:cxn ang="0">
                        <a:pos x="connsiteX0" y="connsiteY0"/>
                      </a:cxn>
                      <a:cxn ang="0">
                        <a:pos x="connsiteX1" y="connsiteY1"/>
                      </a:cxn>
                      <a:cxn ang="0">
                        <a:pos x="connsiteX2" y="connsiteY2"/>
                      </a:cxn>
                    </a:cxnLst>
                    <a:rect l="l" t="t" r="r" b="b"/>
                    <a:pathLst>
                      <a:path w="86577" h="34454">
                        <a:moveTo>
                          <a:pt x="86577" y="15018"/>
                        </a:moveTo>
                        <a:lnTo>
                          <a:pt x="31804" y="0"/>
                        </a:lnTo>
                        <a:lnTo>
                          <a:pt x="0" y="34454"/>
                        </a:lnTo>
                        <a:close/>
                      </a:path>
                    </a:pathLst>
                  </a:custGeom>
                  <a:solidFill>
                    <a:srgbClr val="FFC45E"/>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56" name="任意多边形: 形状 55">
                    <a:extLst>
                      <a:ext uri="{FF2B5EF4-FFF2-40B4-BE49-F238E27FC236}">
                        <a16:creationId xmlns:a16="http://schemas.microsoft.com/office/drawing/2014/main" id="{75D879B6-35F8-82E4-3CA5-087C8D02F3BB}"/>
                      </a:ext>
                    </a:extLst>
                  </p:cNvPr>
                  <p:cNvSpPr/>
                  <p:nvPr/>
                </p:nvSpPr>
                <p:spPr>
                  <a:xfrm>
                    <a:off x="6830138" y="2560578"/>
                    <a:ext cx="53006" cy="82159"/>
                  </a:xfrm>
                  <a:custGeom>
                    <a:avLst/>
                    <a:gdLst>
                      <a:gd name="connsiteX0" fmla="*/ 0 w 53006"/>
                      <a:gd name="connsiteY0" fmla="*/ 62724 h 82159"/>
                      <a:gd name="connsiteX1" fmla="*/ 53006 w 53006"/>
                      <a:gd name="connsiteY1" fmla="*/ 82160 h 82159"/>
                      <a:gd name="connsiteX2" fmla="*/ 0 w 53006"/>
                      <a:gd name="connsiteY2" fmla="*/ 0 h 82159"/>
                    </a:gdLst>
                    <a:ahLst/>
                    <a:cxnLst>
                      <a:cxn ang="0">
                        <a:pos x="connsiteX0" y="connsiteY0"/>
                      </a:cxn>
                      <a:cxn ang="0">
                        <a:pos x="connsiteX1" y="connsiteY1"/>
                      </a:cxn>
                      <a:cxn ang="0">
                        <a:pos x="connsiteX2" y="connsiteY2"/>
                      </a:cxn>
                    </a:cxnLst>
                    <a:rect l="l" t="t" r="r" b="b"/>
                    <a:pathLst>
                      <a:path w="53006" h="82159">
                        <a:moveTo>
                          <a:pt x="0" y="62724"/>
                        </a:moveTo>
                        <a:lnTo>
                          <a:pt x="53006" y="82160"/>
                        </a:lnTo>
                        <a:lnTo>
                          <a:pt x="0" y="0"/>
                        </a:lnTo>
                        <a:close/>
                      </a:path>
                    </a:pathLst>
                  </a:custGeom>
                  <a:solidFill>
                    <a:srgbClr val="FFF385"/>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57" name="任意多边形: 形状 56">
                    <a:extLst>
                      <a:ext uri="{FF2B5EF4-FFF2-40B4-BE49-F238E27FC236}">
                        <a16:creationId xmlns:a16="http://schemas.microsoft.com/office/drawing/2014/main" id="{C72A21EE-31D1-85DC-E35D-9F219EBF6406}"/>
                      </a:ext>
                    </a:extLst>
                  </p:cNvPr>
                  <p:cNvSpPr/>
                  <p:nvPr/>
                </p:nvSpPr>
                <p:spPr>
                  <a:xfrm>
                    <a:off x="6830138" y="2560578"/>
                    <a:ext cx="53006" cy="82159"/>
                  </a:xfrm>
                  <a:custGeom>
                    <a:avLst/>
                    <a:gdLst>
                      <a:gd name="connsiteX0" fmla="*/ 0 w 53006"/>
                      <a:gd name="connsiteY0" fmla="*/ 0 h 82159"/>
                      <a:gd name="connsiteX1" fmla="*/ 53006 w 53006"/>
                      <a:gd name="connsiteY1" fmla="*/ 82160 h 82159"/>
                      <a:gd name="connsiteX2" fmla="*/ 51239 w 53006"/>
                      <a:gd name="connsiteY2" fmla="*/ 25620 h 82159"/>
                    </a:gdLst>
                    <a:ahLst/>
                    <a:cxnLst>
                      <a:cxn ang="0">
                        <a:pos x="connsiteX0" y="connsiteY0"/>
                      </a:cxn>
                      <a:cxn ang="0">
                        <a:pos x="connsiteX1" y="connsiteY1"/>
                      </a:cxn>
                      <a:cxn ang="0">
                        <a:pos x="connsiteX2" y="connsiteY2"/>
                      </a:cxn>
                    </a:cxnLst>
                    <a:rect l="l" t="t" r="r" b="b"/>
                    <a:pathLst>
                      <a:path w="53006" h="82159">
                        <a:moveTo>
                          <a:pt x="0" y="0"/>
                        </a:moveTo>
                        <a:lnTo>
                          <a:pt x="53006" y="82160"/>
                        </a:lnTo>
                        <a:lnTo>
                          <a:pt x="51239" y="25620"/>
                        </a:lnTo>
                        <a:close/>
                      </a:path>
                    </a:pathLst>
                  </a:custGeom>
                  <a:solidFill>
                    <a:srgbClr val="FFC45E"/>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58" name="任意多边形: 形状 57">
                    <a:extLst>
                      <a:ext uri="{FF2B5EF4-FFF2-40B4-BE49-F238E27FC236}">
                        <a16:creationId xmlns:a16="http://schemas.microsoft.com/office/drawing/2014/main" id="{ED400944-F386-0D72-91D1-D21AAF3D4FE4}"/>
                      </a:ext>
                    </a:extLst>
                  </p:cNvPr>
                  <p:cNvSpPr/>
                  <p:nvPr/>
                </p:nvSpPr>
                <p:spPr>
                  <a:xfrm>
                    <a:off x="6777132" y="2560578"/>
                    <a:ext cx="53006" cy="82159"/>
                  </a:xfrm>
                  <a:custGeom>
                    <a:avLst/>
                    <a:gdLst>
                      <a:gd name="connsiteX0" fmla="*/ 0 w 53006"/>
                      <a:gd name="connsiteY0" fmla="*/ 82160 h 82159"/>
                      <a:gd name="connsiteX1" fmla="*/ 53006 w 53006"/>
                      <a:gd name="connsiteY1" fmla="*/ 62724 h 82159"/>
                      <a:gd name="connsiteX2" fmla="*/ 53006 w 53006"/>
                      <a:gd name="connsiteY2" fmla="*/ 0 h 82159"/>
                    </a:gdLst>
                    <a:ahLst/>
                    <a:cxnLst>
                      <a:cxn ang="0">
                        <a:pos x="connsiteX0" y="connsiteY0"/>
                      </a:cxn>
                      <a:cxn ang="0">
                        <a:pos x="connsiteX1" y="connsiteY1"/>
                      </a:cxn>
                      <a:cxn ang="0">
                        <a:pos x="connsiteX2" y="connsiteY2"/>
                      </a:cxn>
                    </a:cxnLst>
                    <a:rect l="l" t="t" r="r" b="b"/>
                    <a:pathLst>
                      <a:path w="53006" h="82159">
                        <a:moveTo>
                          <a:pt x="0" y="82160"/>
                        </a:moveTo>
                        <a:lnTo>
                          <a:pt x="53006" y="62724"/>
                        </a:lnTo>
                        <a:lnTo>
                          <a:pt x="53006" y="0"/>
                        </a:lnTo>
                        <a:close/>
                      </a:path>
                    </a:pathLst>
                  </a:custGeom>
                  <a:solidFill>
                    <a:srgbClr val="FFC45E"/>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59" name="任意多边形: 形状 58">
                    <a:extLst>
                      <a:ext uri="{FF2B5EF4-FFF2-40B4-BE49-F238E27FC236}">
                        <a16:creationId xmlns:a16="http://schemas.microsoft.com/office/drawing/2014/main" id="{8796C226-8BE6-E8C9-81E3-E9C7D6E9E7A0}"/>
                      </a:ext>
                    </a:extLst>
                  </p:cNvPr>
                  <p:cNvSpPr/>
                  <p:nvPr/>
                </p:nvSpPr>
                <p:spPr>
                  <a:xfrm>
                    <a:off x="6777132" y="2560578"/>
                    <a:ext cx="53006" cy="82159"/>
                  </a:xfrm>
                  <a:custGeom>
                    <a:avLst/>
                    <a:gdLst>
                      <a:gd name="connsiteX0" fmla="*/ 2650 w 53006"/>
                      <a:gd name="connsiteY0" fmla="*/ 25620 h 82159"/>
                      <a:gd name="connsiteX1" fmla="*/ 0 w 53006"/>
                      <a:gd name="connsiteY1" fmla="*/ 82160 h 82159"/>
                      <a:gd name="connsiteX2" fmla="*/ 53006 w 53006"/>
                      <a:gd name="connsiteY2" fmla="*/ 0 h 82159"/>
                    </a:gdLst>
                    <a:ahLst/>
                    <a:cxnLst>
                      <a:cxn ang="0">
                        <a:pos x="connsiteX0" y="connsiteY0"/>
                      </a:cxn>
                      <a:cxn ang="0">
                        <a:pos x="connsiteX1" y="connsiteY1"/>
                      </a:cxn>
                      <a:cxn ang="0">
                        <a:pos x="connsiteX2" y="connsiteY2"/>
                      </a:cxn>
                    </a:cxnLst>
                    <a:rect l="l" t="t" r="r" b="b"/>
                    <a:pathLst>
                      <a:path w="53006" h="82159">
                        <a:moveTo>
                          <a:pt x="2650" y="25620"/>
                        </a:moveTo>
                        <a:lnTo>
                          <a:pt x="0" y="82160"/>
                        </a:lnTo>
                        <a:lnTo>
                          <a:pt x="53006" y="0"/>
                        </a:lnTo>
                        <a:close/>
                      </a:path>
                    </a:pathLst>
                  </a:custGeom>
                  <a:solidFill>
                    <a:srgbClr val="FFF385"/>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60" name="任意多边形: 形状 59">
                    <a:extLst>
                      <a:ext uri="{FF2B5EF4-FFF2-40B4-BE49-F238E27FC236}">
                        <a16:creationId xmlns:a16="http://schemas.microsoft.com/office/drawing/2014/main" id="{6BF2B5F4-3294-25B8-1A94-8457F7BBA5DD}"/>
                      </a:ext>
                    </a:extLst>
                  </p:cNvPr>
                  <p:cNvSpPr/>
                  <p:nvPr/>
                </p:nvSpPr>
                <p:spPr>
                  <a:xfrm>
                    <a:off x="6743561" y="2541142"/>
                    <a:ext cx="86577" cy="45055"/>
                  </a:xfrm>
                  <a:custGeom>
                    <a:avLst/>
                    <a:gdLst>
                      <a:gd name="connsiteX0" fmla="*/ 0 w 86577"/>
                      <a:gd name="connsiteY0" fmla="*/ 0 h 45055"/>
                      <a:gd name="connsiteX1" fmla="*/ 36221 w 86577"/>
                      <a:gd name="connsiteY1" fmla="*/ 45055 h 45055"/>
                      <a:gd name="connsiteX2" fmla="*/ 86577 w 86577"/>
                      <a:gd name="connsiteY2" fmla="*/ 19436 h 45055"/>
                    </a:gdLst>
                    <a:ahLst/>
                    <a:cxnLst>
                      <a:cxn ang="0">
                        <a:pos x="connsiteX0" y="connsiteY0"/>
                      </a:cxn>
                      <a:cxn ang="0">
                        <a:pos x="connsiteX1" y="connsiteY1"/>
                      </a:cxn>
                      <a:cxn ang="0">
                        <a:pos x="connsiteX2" y="connsiteY2"/>
                      </a:cxn>
                    </a:cxnLst>
                    <a:rect l="l" t="t" r="r" b="b"/>
                    <a:pathLst>
                      <a:path w="86577" h="45055">
                        <a:moveTo>
                          <a:pt x="0" y="0"/>
                        </a:moveTo>
                        <a:lnTo>
                          <a:pt x="36221" y="45055"/>
                        </a:lnTo>
                        <a:lnTo>
                          <a:pt x="86577" y="19436"/>
                        </a:lnTo>
                        <a:close/>
                      </a:path>
                    </a:pathLst>
                  </a:custGeom>
                  <a:solidFill>
                    <a:srgbClr val="FFC45E"/>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grpSp>
          </p:grpSp>
          <p:sp>
            <p:nvSpPr>
              <p:cNvPr id="31" name="任意多边形: 形状 30">
                <a:extLst>
                  <a:ext uri="{FF2B5EF4-FFF2-40B4-BE49-F238E27FC236}">
                    <a16:creationId xmlns:a16="http://schemas.microsoft.com/office/drawing/2014/main" id="{4DF91D4E-9FDE-402E-1B1F-02246147B29F}"/>
                  </a:ext>
                </a:extLst>
              </p:cNvPr>
              <p:cNvSpPr/>
              <p:nvPr/>
            </p:nvSpPr>
            <p:spPr>
              <a:xfrm>
                <a:off x="3714245" y="2488136"/>
                <a:ext cx="200540" cy="1916180"/>
              </a:xfrm>
              <a:custGeom>
                <a:avLst/>
                <a:gdLst>
                  <a:gd name="connsiteX0" fmla="*/ 0 w 200540"/>
                  <a:gd name="connsiteY0" fmla="*/ 0 h 1916180"/>
                  <a:gd name="connsiteX1" fmla="*/ 200541 w 200540"/>
                  <a:gd name="connsiteY1" fmla="*/ 0 h 1916180"/>
                  <a:gd name="connsiteX2" fmla="*/ 200541 w 200540"/>
                  <a:gd name="connsiteY2" fmla="*/ 1916181 h 1916180"/>
                  <a:gd name="connsiteX3" fmla="*/ 0 w 200540"/>
                  <a:gd name="connsiteY3" fmla="*/ 1916181 h 1916180"/>
                </a:gdLst>
                <a:ahLst/>
                <a:cxnLst>
                  <a:cxn ang="0">
                    <a:pos x="connsiteX0" y="connsiteY0"/>
                  </a:cxn>
                  <a:cxn ang="0">
                    <a:pos x="connsiteX1" y="connsiteY1"/>
                  </a:cxn>
                  <a:cxn ang="0">
                    <a:pos x="connsiteX2" y="connsiteY2"/>
                  </a:cxn>
                  <a:cxn ang="0">
                    <a:pos x="connsiteX3" y="connsiteY3"/>
                  </a:cxn>
                </a:cxnLst>
                <a:rect l="l" t="t" r="r" b="b"/>
                <a:pathLst>
                  <a:path w="200540" h="1916180">
                    <a:moveTo>
                      <a:pt x="0" y="0"/>
                    </a:moveTo>
                    <a:lnTo>
                      <a:pt x="200541" y="0"/>
                    </a:lnTo>
                    <a:lnTo>
                      <a:pt x="200541" y="1916181"/>
                    </a:lnTo>
                    <a:lnTo>
                      <a:pt x="0" y="1916181"/>
                    </a:lnTo>
                    <a:close/>
                  </a:path>
                </a:pathLst>
              </a:custGeom>
              <a:solidFill>
                <a:srgbClr val="FF6759"/>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32" name="任意多边形: 形状 31">
                <a:extLst>
                  <a:ext uri="{FF2B5EF4-FFF2-40B4-BE49-F238E27FC236}">
                    <a16:creationId xmlns:a16="http://schemas.microsoft.com/office/drawing/2014/main" id="{8B4D2680-B2C8-D5BB-2B87-223594713CED}"/>
                  </a:ext>
                </a:extLst>
              </p:cNvPr>
              <p:cNvSpPr/>
              <p:nvPr/>
            </p:nvSpPr>
            <p:spPr>
              <a:xfrm>
                <a:off x="3714245" y="2488136"/>
                <a:ext cx="20319" cy="1916180"/>
              </a:xfrm>
              <a:custGeom>
                <a:avLst/>
                <a:gdLst>
                  <a:gd name="connsiteX0" fmla="*/ 0 w 20319"/>
                  <a:gd name="connsiteY0" fmla="*/ 0 h 1916180"/>
                  <a:gd name="connsiteX1" fmla="*/ 20319 w 20319"/>
                  <a:gd name="connsiteY1" fmla="*/ 0 h 1916180"/>
                  <a:gd name="connsiteX2" fmla="*/ 20319 w 20319"/>
                  <a:gd name="connsiteY2" fmla="*/ 1916181 h 1916180"/>
                  <a:gd name="connsiteX3" fmla="*/ 0 w 20319"/>
                  <a:gd name="connsiteY3" fmla="*/ 1916181 h 1916180"/>
                </a:gdLst>
                <a:ahLst/>
                <a:cxnLst>
                  <a:cxn ang="0">
                    <a:pos x="connsiteX0" y="connsiteY0"/>
                  </a:cxn>
                  <a:cxn ang="0">
                    <a:pos x="connsiteX1" y="connsiteY1"/>
                  </a:cxn>
                  <a:cxn ang="0">
                    <a:pos x="connsiteX2" y="connsiteY2"/>
                  </a:cxn>
                  <a:cxn ang="0">
                    <a:pos x="connsiteX3" y="connsiteY3"/>
                  </a:cxn>
                </a:cxnLst>
                <a:rect l="l" t="t" r="r" b="b"/>
                <a:pathLst>
                  <a:path w="20319" h="1916180">
                    <a:moveTo>
                      <a:pt x="0" y="0"/>
                    </a:moveTo>
                    <a:lnTo>
                      <a:pt x="20319" y="0"/>
                    </a:lnTo>
                    <a:lnTo>
                      <a:pt x="20319" y="1916181"/>
                    </a:lnTo>
                    <a:lnTo>
                      <a:pt x="0" y="1916181"/>
                    </a:lnTo>
                    <a:close/>
                  </a:path>
                </a:pathLst>
              </a:custGeom>
              <a:solidFill>
                <a:srgbClr val="BD382B"/>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34" name="任意多边形: 形状 33">
                <a:extLst>
                  <a:ext uri="{FF2B5EF4-FFF2-40B4-BE49-F238E27FC236}">
                    <a16:creationId xmlns:a16="http://schemas.microsoft.com/office/drawing/2014/main" id="{DD79E7C2-D57A-B12A-422D-4531AECE3296}"/>
                  </a:ext>
                </a:extLst>
              </p:cNvPr>
              <p:cNvSpPr/>
              <p:nvPr/>
            </p:nvSpPr>
            <p:spPr>
              <a:xfrm>
                <a:off x="3735448" y="2488136"/>
                <a:ext cx="45055" cy="1916180"/>
              </a:xfrm>
              <a:custGeom>
                <a:avLst/>
                <a:gdLst>
                  <a:gd name="connsiteX0" fmla="*/ 0 w 45055"/>
                  <a:gd name="connsiteY0" fmla="*/ 0 h 1916180"/>
                  <a:gd name="connsiteX1" fmla="*/ 45055 w 45055"/>
                  <a:gd name="connsiteY1" fmla="*/ 0 h 1916180"/>
                  <a:gd name="connsiteX2" fmla="*/ 45055 w 45055"/>
                  <a:gd name="connsiteY2" fmla="*/ 1916181 h 1916180"/>
                  <a:gd name="connsiteX3" fmla="*/ 0 w 45055"/>
                  <a:gd name="connsiteY3" fmla="*/ 1916181 h 1916180"/>
                </a:gdLst>
                <a:ahLst/>
                <a:cxnLst>
                  <a:cxn ang="0">
                    <a:pos x="connsiteX0" y="connsiteY0"/>
                  </a:cxn>
                  <a:cxn ang="0">
                    <a:pos x="connsiteX1" y="connsiteY1"/>
                  </a:cxn>
                  <a:cxn ang="0">
                    <a:pos x="connsiteX2" y="connsiteY2"/>
                  </a:cxn>
                  <a:cxn ang="0">
                    <a:pos x="connsiteX3" y="connsiteY3"/>
                  </a:cxn>
                </a:cxnLst>
                <a:rect l="l" t="t" r="r" b="b"/>
                <a:pathLst>
                  <a:path w="45055" h="1916180">
                    <a:moveTo>
                      <a:pt x="0" y="0"/>
                    </a:moveTo>
                    <a:lnTo>
                      <a:pt x="45055" y="0"/>
                    </a:lnTo>
                    <a:lnTo>
                      <a:pt x="45055" y="1916181"/>
                    </a:lnTo>
                    <a:lnTo>
                      <a:pt x="0" y="1916181"/>
                    </a:lnTo>
                    <a:close/>
                  </a:path>
                </a:pathLst>
              </a:custGeom>
              <a:solidFill>
                <a:srgbClr val="EB4E3F"/>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35" name="任意多边形: 形状 34">
                <a:extLst>
                  <a:ext uri="{FF2B5EF4-FFF2-40B4-BE49-F238E27FC236}">
                    <a16:creationId xmlns:a16="http://schemas.microsoft.com/office/drawing/2014/main" id="{63884871-0A56-61A9-BC59-604CDA6D4308}"/>
                  </a:ext>
                </a:extLst>
              </p:cNvPr>
              <p:cNvSpPr/>
              <p:nvPr/>
            </p:nvSpPr>
            <p:spPr>
              <a:xfrm>
                <a:off x="8356722" y="2418344"/>
                <a:ext cx="90994" cy="2055764"/>
              </a:xfrm>
              <a:custGeom>
                <a:avLst/>
                <a:gdLst>
                  <a:gd name="connsiteX0" fmla="*/ 65374 w 90994"/>
                  <a:gd name="connsiteY0" fmla="*/ 2055765 h 2055764"/>
                  <a:gd name="connsiteX1" fmla="*/ 25619 w 90994"/>
                  <a:gd name="connsiteY1" fmla="*/ 2055765 h 2055764"/>
                  <a:gd name="connsiteX2" fmla="*/ 0 w 90994"/>
                  <a:gd name="connsiteY2" fmla="*/ 2030145 h 2055764"/>
                  <a:gd name="connsiteX3" fmla="*/ 0 w 90994"/>
                  <a:gd name="connsiteY3" fmla="*/ 25620 h 2055764"/>
                  <a:gd name="connsiteX4" fmla="*/ 25619 w 90994"/>
                  <a:gd name="connsiteY4" fmla="*/ 0 h 2055764"/>
                  <a:gd name="connsiteX5" fmla="*/ 65374 w 90994"/>
                  <a:gd name="connsiteY5" fmla="*/ 0 h 2055764"/>
                  <a:gd name="connsiteX6" fmla="*/ 90994 w 90994"/>
                  <a:gd name="connsiteY6" fmla="*/ 25620 h 2055764"/>
                  <a:gd name="connsiteX7" fmla="*/ 90994 w 90994"/>
                  <a:gd name="connsiteY7" fmla="*/ 2030145 h 2055764"/>
                  <a:gd name="connsiteX8" fmla="*/ 65374 w 90994"/>
                  <a:gd name="connsiteY8" fmla="*/ 2055765 h 2055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994" h="2055764">
                    <a:moveTo>
                      <a:pt x="65374" y="2055765"/>
                    </a:moveTo>
                    <a:lnTo>
                      <a:pt x="25619" y="2055765"/>
                    </a:lnTo>
                    <a:cubicBezTo>
                      <a:pt x="11485" y="2055765"/>
                      <a:pt x="0" y="2044280"/>
                      <a:pt x="0" y="2030145"/>
                    </a:cubicBezTo>
                    <a:lnTo>
                      <a:pt x="0" y="25620"/>
                    </a:lnTo>
                    <a:cubicBezTo>
                      <a:pt x="0" y="11485"/>
                      <a:pt x="11485" y="0"/>
                      <a:pt x="25619" y="0"/>
                    </a:cubicBezTo>
                    <a:lnTo>
                      <a:pt x="65374" y="0"/>
                    </a:lnTo>
                    <a:cubicBezTo>
                      <a:pt x="79510" y="0"/>
                      <a:pt x="90994" y="11485"/>
                      <a:pt x="90994" y="25620"/>
                    </a:cubicBezTo>
                    <a:lnTo>
                      <a:pt x="90994" y="2030145"/>
                    </a:lnTo>
                    <a:cubicBezTo>
                      <a:pt x="90994" y="2044280"/>
                      <a:pt x="79510" y="2055765"/>
                      <a:pt x="65374" y="2055765"/>
                    </a:cubicBezTo>
                    <a:close/>
                  </a:path>
                </a:pathLst>
              </a:custGeom>
              <a:solidFill>
                <a:srgbClr val="D14D41"/>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36" name="任意多边形: 形状 35">
                <a:extLst>
                  <a:ext uri="{FF2B5EF4-FFF2-40B4-BE49-F238E27FC236}">
                    <a16:creationId xmlns:a16="http://schemas.microsoft.com/office/drawing/2014/main" id="{5A7B3C32-6797-444A-900E-46A86D6C2BAC}"/>
                  </a:ext>
                </a:extLst>
              </p:cNvPr>
              <p:cNvSpPr/>
              <p:nvPr/>
            </p:nvSpPr>
            <p:spPr>
              <a:xfrm>
                <a:off x="8301949" y="2488136"/>
                <a:ext cx="200540" cy="1916180"/>
              </a:xfrm>
              <a:custGeom>
                <a:avLst/>
                <a:gdLst>
                  <a:gd name="connsiteX0" fmla="*/ 0 w 200540"/>
                  <a:gd name="connsiteY0" fmla="*/ 0 h 1916180"/>
                  <a:gd name="connsiteX1" fmla="*/ 200541 w 200540"/>
                  <a:gd name="connsiteY1" fmla="*/ 0 h 1916180"/>
                  <a:gd name="connsiteX2" fmla="*/ 200541 w 200540"/>
                  <a:gd name="connsiteY2" fmla="*/ 1916181 h 1916180"/>
                  <a:gd name="connsiteX3" fmla="*/ 0 w 200540"/>
                  <a:gd name="connsiteY3" fmla="*/ 1916181 h 1916180"/>
                </a:gdLst>
                <a:ahLst/>
                <a:cxnLst>
                  <a:cxn ang="0">
                    <a:pos x="connsiteX0" y="connsiteY0"/>
                  </a:cxn>
                  <a:cxn ang="0">
                    <a:pos x="connsiteX1" y="connsiteY1"/>
                  </a:cxn>
                  <a:cxn ang="0">
                    <a:pos x="connsiteX2" y="connsiteY2"/>
                  </a:cxn>
                  <a:cxn ang="0">
                    <a:pos x="connsiteX3" y="connsiteY3"/>
                  </a:cxn>
                </a:cxnLst>
                <a:rect l="l" t="t" r="r" b="b"/>
                <a:pathLst>
                  <a:path w="200540" h="1916180">
                    <a:moveTo>
                      <a:pt x="0" y="0"/>
                    </a:moveTo>
                    <a:lnTo>
                      <a:pt x="200541" y="0"/>
                    </a:lnTo>
                    <a:lnTo>
                      <a:pt x="200541" y="1916181"/>
                    </a:lnTo>
                    <a:lnTo>
                      <a:pt x="0" y="1916181"/>
                    </a:lnTo>
                    <a:close/>
                  </a:path>
                </a:pathLst>
              </a:custGeom>
              <a:solidFill>
                <a:srgbClr val="FF6759"/>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37" name="任意多边形: 形状 36">
                <a:extLst>
                  <a:ext uri="{FF2B5EF4-FFF2-40B4-BE49-F238E27FC236}">
                    <a16:creationId xmlns:a16="http://schemas.microsoft.com/office/drawing/2014/main" id="{6B8E6F61-241D-626E-3699-E90D54744D6F}"/>
                  </a:ext>
                </a:extLst>
              </p:cNvPr>
              <p:cNvSpPr/>
              <p:nvPr/>
            </p:nvSpPr>
            <p:spPr>
              <a:xfrm>
                <a:off x="8301949" y="2488136"/>
                <a:ext cx="20319" cy="1916180"/>
              </a:xfrm>
              <a:custGeom>
                <a:avLst/>
                <a:gdLst>
                  <a:gd name="connsiteX0" fmla="*/ 0 w 20319"/>
                  <a:gd name="connsiteY0" fmla="*/ 0 h 1916180"/>
                  <a:gd name="connsiteX1" fmla="*/ 20319 w 20319"/>
                  <a:gd name="connsiteY1" fmla="*/ 0 h 1916180"/>
                  <a:gd name="connsiteX2" fmla="*/ 20319 w 20319"/>
                  <a:gd name="connsiteY2" fmla="*/ 1916181 h 1916180"/>
                  <a:gd name="connsiteX3" fmla="*/ 0 w 20319"/>
                  <a:gd name="connsiteY3" fmla="*/ 1916181 h 1916180"/>
                </a:gdLst>
                <a:ahLst/>
                <a:cxnLst>
                  <a:cxn ang="0">
                    <a:pos x="connsiteX0" y="connsiteY0"/>
                  </a:cxn>
                  <a:cxn ang="0">
                    <a:pos x="connsiteX1" y="connsiteY1"/>
                  </a:cxn>
                  <a:cxn ang="0">
                    <a:pos x="connsiteX2" y="connsiteY2"/>
                  </a:cxn>
                  <a:cxn ang="0">
                    <a:pos x="connsiteX3" y="connsiteY3"/>
                  </a:cxn>
                </a:cxnLst>
                <a:rect l="l" t="t" r="r" b="b"/>
                <a:pathLst>
                  <a:path w="20319" h="1916180">
                    <a:moveTo>
                      <a:pt x="0" y="0"/>
                    </a:moveTo>
                    <a:lnTo>
                      <a:pt x="20319" y="0"/>
                    </a:lnTo>
                    <a:lnTo>
                      <a:pt x="20319" y="1916181"/>
                    </a:lnTo>
                    <a:lnTo>
                      <a:pt x="0" y="1916181"/>
                    </a:lnTo>
                    <a:close/>
                  </a:path>
                </a:pathLst>
              </a:custGeom>
              <a:solidFill>
                <a:srgbClr val="BD382B"/>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38" name="任意多边形: 形状 37">
                <a:extLst>
                  <a:ext uri="{FF2B5EF4-FFF2-40B4-BE49-F238E27FC236}">
                    <a16:creationId xmlns:a16="http://schemas.microsoft.com/office/drawing/2014/main" id="{9DF34956-F26E-C232-AFDB-533B02CF9C53}"/>
                  </a:ext>
                </a:extLst>
              </p:cNvPr>
              <p:cNvSpPr/>
              <p:nvPr/>
            </p:nvSpPr>
            <p:spPr>
              <a:xfrm>
                <a:off x="8322268" y="2488136"/>
                <a:ext cx="45055" cy="1916180"/>
              </a:xfrm>
              <a:custGeom>
                <a:avLst/>
                <a:gdLst>
                  <a:gd name="connsiteX0" fmla="*/ 0 w 45055"/>
                  <a:gd name="connsiteY0" fmla="*/ 0 h 1916180"/>
                  <a:gd name="connsiteX1" fmla="*/ 45055 w 45055"/>
                  <a:gd name="connsiteY1" fmla="*/ 0 h 1916180"/>
                  <a:gd name="connsiteX2" fmla="*/ 45055 w 45055"/>
                  <a:gd name="connsiteY2" fmla="*/ 1916181 h 1916180"/>
                  <a:gd name="connsiteX3" fmla="*/ 0 w 45055"/>
                  <a:gd name="connsiteY3" fmla="*/ 1916181 h 1916180"/>
                </a:gdLst>
                <a:ahLst/>
                <a:cxnLst>
                  <a:cxn ang="0">
                    <a:pos x="connsiteX0" y="connsiteY0"/>
                  </a:cxn>
                  <a:cxn ang="0">
                    <a:pos x="connsiteX1" y="connsiteY1"/>
                  </a:cxn>
                  <a:cxn ang="0">
                    <a:pos x="connsiteX2" y="connsiteY2"/>
                  </a:cxn>
                  <a:cxn ang="0">
                    <a:pos x="connsiteX3" y="connsiteY3"/>
                  </a:cxn>
                </a:cxnLst>
                <a:rect l="l" t="t" r="r" b="b"/>
                <a:pathLst>
                  <a:path w="45055" h="1916180">
                    <a:moveTo>
                      <a:pt x="0" y="0"/>
                    </a:moveTo>
                    <a:lnTo>
                      <a:pt x="45055" y="0"/>
                    </a:lnTo>
                    <a:lnTo>
                      <a:pt x="45055" y="1916181"/>
                    </a:lnTo>
                    <a:lnTo>
                      <a:pt x="0" y="1916181"/>
                    </a:lnTo>
                    <a:close/>
                  </a:path>
                </a:pathLst>
              </a:custGeom>
              <a:solidFill>
                <a:srgbClr val="EB4E3F"/>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grpSp>
            <p:nvGrpSpPr>
              <p:cNvPr id="39" name="图形 901">
                <a:extLst>
                  <a:ext uri="{FF2B5EF4-FFF2-40B4-BE49-F238E27FC236}">
                    <a16:creationId xmlns:a16="http://schemas.microsoft.com/office/drawing/2014/main" id="{B027F13F-4130-E2FA-2456-F7106463CBC3}"/>
                  </a:ext>
                </a:extLst>
              </p:cNvPr>
              <p:cNvGrpSpPr/>
              <p:nvPr/>
            </p:nvGrpSpPr>
            <p:grpSpPr>
              <a:xfrm>
                <a:off x="3574371" y="3566816"/>
                <a:ext cx="488097" cy="867959"/>
                <a:chOff x="3574371" y="3566816"/>
                <a:chExt cx="488097" cy="867959"/>
              </a:xfrm>
            </p:grpSpPr>
            <p:sp>
              <p:nvSpPr>
                <p:cNvPr id="45" name="任意多边形: 形状 44">
                  <a:extLst>
                    <a:ext uri="{FF2B5EF4-FFF2-40B4-BE49-F238E27FC236}">
                      <a16:creationId xmlns:a16="http://schemas.microsoft.com/office/drawing/2014/main" id="{A4EC164A-88F6-F5CD-05E3-086CDEEDDA19}"/>
                    </a:ext>
                  </a:extLst>
                </p:cNvPr>
                <p:cNvSpPr/>
                <p:nvPr/>
              </p:nvSpPr>
              <p:spPr>
                <a:xfrm>
                  <a:off x="3937756" y="4305279"/>
                  <a:ext cx="80393" cy="104338"/>
                </a:xfrm>
                <a:custGeom>
                  <a:avLst/>
                  <a:gdLst>
                    <a:gd name="connsiteX0" fmla="*/ 8834 w 80393"/>
                    <a:gd name="connsiteY0" fmla="*/ 1859 h 104338"/>
                    <a:gd name="connsiteX1" fmla="*/ 0 w 80393"/>
                    <a:gd name="connsiteY1" fmla="*/ 6277 h 104338"/>
                    <a:gd name="connsiteX2" fmla="*/ 37988 w 80393"/>
                    <a:gd name="connsiteY2" fmla="*/ 30130 h 104338"/>
                    <a:gd name="connsiteX3" fmla="*/ 64491 w 80393"/>
                    <a:gd name="connsiteY3" fmla="*/ 104338 h 104338"/>
                    <a:gd name="connsiteX4" fmla="*/ 80393 w 80393"/>
                    <a:gd name="connsiteY4" fmla="*/ 91970 h 104338"/>
                    <a:gd name="connsiteX5" fmla="*/ 56540 w 80393"/>
                    <a:gd name="connsiteY5" fmla="*/ 23945 h 104338"/>
                    <a:gd name="connsiteX6" fmla="*/ 8834 w 80393"/>
                    <a:gd name="connsiteY6" fmla="*/ 1859 h 10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393" h="104338">
                      <a:moveTo>
                        <a:pt x="8834" y="1859"/>
                      </a:moveTo>
                      <a:cubicBezTo>
                        <a:pt x="5301" y="2743"/>
                        <a:pt x="2650" y="4510"/>
                        <a:pt x="0" y="6277"/>
                      </a:cubicBezTo>
                      <a:cubicBezTo>
                        <a:pt x="15902" y="4510"/>
                        <a:pt x="31804" y="14228"/>
                        <a:pt x="37988" y="30130"/>
                      </a:cubicBezTo>
                      <a:lnTo>
                        <a:pt x="64491" y="104338"/>
                      </a:lnTo>
                      <a:cubicBezTo>
                        <a:pt x="69792" y="100805"/>
                        <a:pt x="75092" y="96387"/>
                        <a:pt x="80393" y="91970"/>
                      </a:cubicBezTo>
                      <a:lnTo>
                        <a:pt x="56540" y="23945"/>
                      </a:lnTo>
                      <a:cubicBezTo>
                        <a:pt x="48589" y="5393"/>
                        <a:pt x="27387" y="-4325"/>
                        <a:pt x="8834" y="1859"/>
                      </a:cubicBezTo>
                      <a:close/>
                    </a:path>
                  </a:pathLst>
                </a:custGeom>
                <a:solidFill>
                  <a:srgbClr val="E0A755"/>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46" name="任意多边形: 形状 45">
                  <a:extLst>
                    <a:ext uri="{FF2B5EF4-FFF2-40B4-BE49-F238E27FC236}">
                      <a16:creationId xmlns:a16="http://schemas.microsoft.com/office/drawing/2014/main" id="{557CF837-87F3-BF8D-CA0E-DD42158BCA3F}"/>
                    </a:ext>
                  </a:extLst>
                </p:cNvPr>
                <p:cNvSpPr/>
                <p:nvPr/>
              </p:nvSpPr>
              <p:spPr>
                <a:xfrm>
                  <a:off x="3703644" y="3567307"/>
                  <a:ext cx="46031" cy="116123"/>
                </a:xfrm>
                <a:custGeom>
                  <a:avLst/>
                  <a:gdLst>
                    <a:gd name="connsiteX0" fmla="*/ 44172 w 46031"/>
                    <a:gd name="connsiteY0" fmla="*/ 67534 h 116123"/>
                    <a:gd name="connsiteX1" fmla="*/ 20319 w 46031"/>
                    <a:gd name="connsiteY1" fmla="*/ 393 h 116123"/>
                    <a:gd name="connsiteX2" fmla="*/ 0 w 46031"/>
                    <a:gd name="connsiteY2" fmla="*/ 393 h 116123"/>
                    <a:gd name="connsiteX3" fmla="*/ 26503 w 46031"/>
                    <a:gd name="connsiteY3" fmla="*/ 74602 h 116123"/>
                    <a:gd name="connsiteX4" fmla="*/ 13252 w 46031"/>
                    <a:gd name="connsiteY4" fmla="*/ 116123 h 116123"/>
                    <a:gd name="connsiteX5" fmla="*/ 22086 w 46031"/>
                    <a:gd name="connsiteY5" fmla="*/ 114356 h 116123"/>
                    <a:gd name="connsiteX6" fmla="*/ 44172 w 46031"/>
                    <a:gd name="connsiteY6" fmla="*/ 67534 h 116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031" h="116123">
                      <a:moveTo>
                        <a:pt x="44172" y="67534"/>
                      </a:moveTo>
                      <a:lnTo>
                        <a:pt x="20319" y="393"/>
                      </a:lnTo>
                      <a:cubicBezTo>
                        <a:pt x="14135" y="393"/>
                        <a:pt x="7068" y="-491"/>
                        <a:pt x="0" y="393"/>
                      </a:cubicBezTo>
                      <a:lnTo>
                        <a:pt x="26503" y="74602"/>
                      </a:lnTo>
                      <a:cubicBezTo>
                        <a:pt x="31804" y="90503"/>
                        <a:pt x="26503" y="107289"/>
                        <a:pt x="13252" y="116123"/>
                      </a:cubicBezTo>
                      <a:cubicBezTo>
                        <a:pt x="15902" y="116123"/>
                        <a:pt x="19436" y="115240"/>
                        <a:pt x="22086" y="114356"/>
                      </a:cubicBezTo>
                      <a:cubicBezTo>
                        <a:pt x="40638" y="107289"/>
                        <a:pt x="50356" y="86086"/>
                        <a:pt x="44172" y="67534"/>
                      </a:cubicBezTo>
                      <a:close/>
                    </a:path>
                  </a:pathLst>
                </a:custGeom>
                <a:solidFill>
                  <a:srgbClr val="E0A755"/>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47" name="任意多边形: 形状 46">
                  <a:extLst>
                    <a:ext uri="{FF2B5EF4-FFF2-40B4-BE49-F238E27FC236}">
                      <a16:creationId xmlns:a16="http://schemas.microsoft.com/office/drawing/2014/main" id="{5ECC7E3A-A3BA-BA99-FAA1-E633F2F41551}"/>
                    </a:ext>
                  </a:extLst>
                </p:cNvPr>
                <p:cNvSpPr/>
                <p:nvPr/>
              </p:nvSpPr>
              <p:spPr>
                <a:xfrm>
                  <a:off x="3574371" y="3591552"/>
                  <a:ext cx="358967" cy="843223"/>
                </a:xfrm>
                <a:custGeom>
                  <a:avLst/>
                  <a:gdLst>
                    <a:gd name="connsiteX0" fmla="*/ 227335 w 358967"/>
                    <a:gd name="connsiteY0" fmla="*/ 725304 h 843223"/>
                    <a:gd name="connsiteX1" fmla="*/ 267974 w 358967"/>
                    <a:gd name="connsiteY1" fmla="*/ 594555 h 843223"/>
                    <a:gd name="connsiteX2" fmla="*/ 146059 w 358967"/>
                    <a:gd name="connsiteY2" fmla="*/ 250014 h 843223"/>
                    <a:gd name="connsiteX3" fmla="*/ 25028 w 358967"/>
                    <a:gd name="connsiteY3" fmla="*/ 156369 h 843223"/>
                    <a:gd name="connsiteX4" fmla="*/ 63015 w 358967"/>
                    <a:gd name="connsiteY4" fmla="*/ 6184 h 843223"/>
                    <a:gd name="connsiteX5" fmla="*/ 61249 w 358967"/>
                    <a:gd name="connsiteY5" fmla="*/ 0 h 843223"/>
                    <a:gd name="connsiteX6" fmla="*/ 8242 w 358967"/>
                    <a:gd name="connsiteY6" fmla="*/ 162553 h 843223"/>
                    <a:gd name="connsiteX7" fmla="*/ 129273 w 358967"/>
                    <a:gd name="connsiteY7" fmla="*/ 256198 h 843223"/>
                    <a:gd name="connsiteX8" fmla="*/ 251188 w 358967"/>
                    <a:gd name="connsiteY8" fmla="*/ 600739 h 843223"/>
                    <a:gd name="connsiteX9" fmla="*/ 210550 w 358967"/>
                    <a:gd name="connsiteY9" fmla="*/ 731488 h 843223"/>
                    <a:gd name="connsiteX10" fmla="*/ 358968 w 358967"/>
                    <a:gd name="connsiteY10" fmla="*/ 842802 h 843223"/>
                    <a:gd name="connsiteX11" fmla="*/ 356318 w 358967"/>
                    <a:gd name="connsiteY11" fmla="*/ 836618 h 843223"/>
                    <a:gd name="connsiteX12" fmla="*/ 227335 w 358967"/>
                    <a:gd name="connsiteY12" fmla="*/ 725304 h 843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8967" h="843223">
                      <a:moveTo>
                        <a:pt x="227335" y="725304"/>
                      </a:moveTo>
                      <a:cubicBezTo>
                        <a:pt x="216734" y="676715"/>
                        <a:pt x="233519" y="627242"/>
                        <a:pt x="267974" y="594555"/>
                      </a:cubicBezTo>
                      <a:lnTo>
                        <a:pt x="146059" y="250014"/>
                      </a:lnTo>
                      <a:cubicBezTo>
                        <a:pt x="93052" y="245596"/>
                        <a:pt x="44463" y="210259"/>
                        <a:pt x="25028" y="156369"/>
                      </a:cubicBezTo>
                      <a:cubicBezTo>
                        <a:pt x="5592" y="101596"/>
                        <a:pt x="22377" y="43289"/>
                        <a:pt x="63015" y="6184"/>
                      </a:cubicBezTo>
                      <a:lnTo>
                        <a:pt x="61249" y="0"/>
                      </a:lnTo>
                      <a:cubicBezTo>
                        <a:pt x="10009" y="35338"/>
                        <a:pt x="-13844" y="101596"/>
                        <a:pt x="8242" y="162553"/>
                      </a:cubicBezTo>
                      <a:cubicBezTo>
                        <a:pt x="26794" y="216443"/>
                        <a:pt x="75384" y="251780"/>
                        <a:pt x="129273" y="256198"/>
                      </a:cubicBezTo>
                      <a:lnTo>
                        <a:pt x="251188" y="600739"/>
                      </a:lnTo>
                      <a:cubicBezTo>
                        <a:pt x="216734" y="633426"/>
                        <a:pt x="199949" y="683783"/>
                        <a:pt x="210550" y="731488"/>
                      </a:cubicBezTo>
                      <a:cubicBezTo>
                        <a:pt x="226452" y="803047"/>
                        <a:pt x="291826" y="848102"/>
                        <a:pt x="358968" y="842802"/>
                      </a:cubicBezTo>
                      <a:lnTo>
                        <a:pt x="356318" y="836618"/>
                      </a:lnTo>
                      <a:cubicBezTo>
                        <a:pt x="295360" y="832200"/>
                        <a:pt x="241470" y="789795"/>
                        <a:pt x="227335" y="725304"/>
                      </a:cubicBezTo>
                      <a:close/>
                    </a:path>
                  </a:pathLst>
                </a:custGeom>
                <a:solidFill>
                  <a:srgbClr val="E0A755"/>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48" name="任意多边形: 形状 47">
                  <a:extLst>
                    <a:ext uri="{FF2B5EF4-FFF2-40B4-BE49-F238E27FC236}">
                      <a16:creationId xmlns:a16="http://schemas.microsoft.com/office/drawing/2014/main" id="{6BA7AB1F-5189-CA63-D82E-F5B0B0593C95}"/>
                    </a:ext>
                  </a:extLst>
                </p:cNvPr>
                <p:cNvSpPr/>
                <p:nvPr/>
              </p:nvSpPr>
              <p:spPr>
                <a:xfrm>
                  <a:off x="3591705" y="3566816"/>
                  <a:ext cx="470763" cy="860470"/>
                </a:xfrm>
                <a:custGeom>
                  <a:avLst/>
                  <a:gdLst>
                    <a:gd name="connsiteX0" fmla="*/ 462665 w 470763"/>
                    <a:gd name="connsiteY0" fmla="*/ 680249 h 860470"/>
                    <a:gd name="connsiteX1" fmla="*/ 341634 w 470763"/>
                    <a:gd name="connsiteY1" fmla="*/ 586604 h 860470"/>
                    <a:gd name="connsiteX2" fmla="*/ 220603 w 470763"/>
                    <a:gd name="connsiteY2" fmla="*/ 242062 h 860470"/>
                    <a:gd name="connsiteX3" fmla="*/ 261241 w 470763"/>
                    <a:gd name="connsiteY3" fmla="*/ 111313 h 860470"/>
                    <a:gd name="connsiteX4" fmla="*/ 132259 w 470763"/>
                    <a:gd name="connsiteY4" fmla="*/ 0 h 860470"/>
                    <a:gd name="connsiteX5" fmla="*/ 156112 w 470763"/>
                    <a:gd name="connsiteY5" fmla="*/ 67141 h 860470"/>
                    <a:gd name="connsiteX6" fmla="*/ 134026 w 470763"/>
                    <a:gd name="connsiteY6" fmla="*/ 113964 h 860470"/>
                    <a:gd name="connsiteX7" fmla="*/ 125191 w 470763"/>
                    <a:gd name="connsiteY7" fmla="*/ 115731 h 860470"/>
                    <a:gd name="connsiteX8" fmla="*/ 116357 w 470763"/>
                    <a:gd name="connsiteY8" fmla="*/ 120148 h 860470"/>
                    <a:gd name="connsiteX9" fmla="*/ 69534 w 470763"/>
                    <a:gd name="connsiteY9" fmla="*/ 98062 h 860470"/>
                    <a:gd name="connsiteX10" fmla="*/ 45682 w 470763"/>
                    <a:gd name="connsiteY10" fmla="*/ 30037 h 860470"/>
                    <a:gd name="connsiteX11" fmla="*/ 7694 w 470763"/>
                    <a:gd name="connsiteY11" fmla="*/ 180222 h 860470"/>
                    <a:gd name="connsiteX12" fmla="*/ 128725 w 470763"/>
                    <a:gd name="connsiteY12" fmla="*/ 273866 h 860470"/>
                    <a:gd name="connsiteX13" fmla="*/ 250640 w 470763"/>
                    <a:gd name="connsiteY13" fmla="*/ 618408 h 860470"/>
                    <a:gd name="connsiteX14" fmla="*/ 210001 w 470763"/>
                    <a:gd name="connsiteY14" fmla="*/ 749157 h 860470"/>
                    <a:gd name="connsiteX15" fmla="*/ 338984 w 470763"/>
                    <a:gd name="connsiteY15" fmla="*/ 860470 h 860470"/>
                    <a:gd name="connsiteX16" fmla="*/ 315131 w 470763"/>
                    <a:gd name="connsiteY16" fmla="*/ 793329 h 860470"/>
                    <a:gd name="connsiteX17" fmla="*/ 337217 w 470763"/>
                    <a:gd name="connsiteY17" fmla="*/ 746507 h 860470"/>
                    <a:gd name="connsiteX18" fmla="*/ 346051 w 470763"/>
                    <a:gd name="connsiteY18" fmla="*/ 744740 h 860470"/>
                    <a:gd name="connsiteX19" fmla="*/ 354886 w 470763"/>
                    <a:gd name="connsiteY19" fmla="*/ 740323 h 860470"/>
                    <a:gd name="connsiteX20" fmla="*/ 401708 w 470763"/>
                    <a:gd name="connsiteY20" fmla="*/ 762408 h 860470"/>
                    <a:gd name="connsiteX21" fmla="*/ 425561 w 470763"/>
                    <a:gd name="connsiteY21" fmla="*/ 830433 h 860470"/>
                    <a:gd name="connsiteX22" fmla="*/ 462665 w 470763"/>
                    <a:gd name="connsiteY22" fmla="*/ 680249 h 860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70763" h="860470">
                      <a:moveTo>
                        <a:pt x="462665" y="680249"/>
                      </a:moveTo>
                      <a:cubicBezTo>
                        <a:pt x="444113" y="626359"/>
                        <a:pt x="395524" y="591021"/>
                        <a:pt x="341634" y="586604"/>
                      </a:cubicBezTo>
                      <a:lnTo>
                        <a:pt x="220603" y="242062"/>
                      </a:lnTo>
                      <a:cubicBezTo>
                        <a:pt x="255057" y="209375"/>
                        <a:pt x="271842" y="159019"/>
                        <a:pt x="261241" y="111313"/>
                      </a:cubicBezTo>
                      <a:cubicBezTo>
                        <a:pt x="247106" y="46822"/>
                        <a:pt x="192333" y="4417"/>
                        <a:pt x="132259" y="0"/>
                      </a:cubicBezTo>
                      <a:lnTo>
                        <a:pt x="156112" y="67141"/>
                      </a:lnTo>
                      <a:cubicBezTo>
                        <a:pt x="163179" y="85694"/>
                        <a:pt x="152578" y="106896"/>
                        <a:pt x="134026" y="113964"/>
                      </a:cubicBezTo>
                      <a:cubicBezTo>
                        <a:pt x="131375" y="114847"/>
                        <a:pt x="127841" y="115731"/>
                        <a:pt x="125191" y="115731"/>
                      </a:cubicBezTo>
                      <a:cubicBezTo>
                        <a:pt x="122541" y="117497"/>
                        <a:pt x="119890" y="119264"/>
                        <a:pt x="116357" y="120148"/>
                      </a:cubicBezTo>
                      <a:cubicBezTo>
                        <a:pt x="97804" y="127215"/>
                        <a:pt x="76602" y="116614"/>
                        <a:pt x="69534" y="98062"/>
                      </a:cubicBezTo>
                      <a:lnTo>
                        <a:pt x="45682" y="30037"/>
                      </a:lnTo>
                      <a:cubicBezTo>
                        <a:pt x="5043" y="67141"/>
                        <a:pt x="-10859" y="125448"/>
                        <a:pt x="7694" y="180222"/>
                      </a:cubicBezTo>
                      <a:cubicBezTo>
                        <a:pt x="26246" y="234112"/>
                        <a:pt x="74835" y="269449"/>
                        <a:pt x="128725" y="273866"/>
                      </a:cubicBezTo>
                      <a:lnTo>
                        <a:pt x="250640" y="618408"/>
                      </a:lnTo>
                      <a:cubicBezTo>
                        <a:pt x="216185" y="651095"/>
                        <a:pt x="199400" y="701451"/>
                        <a:pt x="210001" y="749157"/>
                      </a:cubicBezTo>
                      <a:cubicBezTo>
                        <a:pt x="224136" y="813648"/>
                        <a:pt x="278910" y="856053"/>
                        <a:pt x="338984" y="860470"/>
                      </a:cubicBezTo>
                      <a:lnTo>
                        <a:pt x="315131" y="793329"/>
                      </a:lnTo>
                      <a:cubicBezTo>
                        <a:pt x="308063" y="774777"/>
                        <a:pt x="318664" y="753574"/>
                        <a:pt x="337217" y="746507"/>
                      </a:cubicBezTo>
                      <a:cubicBezTo>
                        <a:pt x="339867" y="745623"/>
                        <a:pt x="343401" y="744740"/>
                        <a:pt x="346051" y="744740"/>
                      </a:cubicBezTo>
                      <a:cubicBezTo>
                        <a:pt x="348701" y="742973"/>
                        <a:pt x="351352" y="741206"/>
                        <a:pt x="354886" y="740323"/>
                      </a:cubicBezTo>
                      <a:cubicBezTo>
                        <a:pt x="373438" y="733255"/>
                        <a:pt x="394640" y="743856"/>
                        <a:pt x="401708" y="762408"/>
                      </a:cubicBezTo>
                      <a:lnTo>
                        <a:pt x="425561" y="830433"/>
                      </a:lnTo>
                      <a:cubicBezTo>
                        <a:pt x="465316" y="793329"/>
                        <a:pt x="482101" y="735022"/>
                        <a:pt x="462665" y="680249"/>
                      </a:cubicBezTo>
                      <a:close/>
                    </a:path>
                  </a:pathLst>
                </a:custGeom>
                <a:solidFill>
                  <a:srgbClr val="FFE369"/>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grpSp>
          <p:grpSp>
            <p:nvGrpSpPr>
              <p:cNvPr id="40" name="图形 901">
                <a:extLst>
                  <a:ext uri="{FF2B5EF4-FFF2-40B4-BE49-F238E27FC236}">
                    <a16:creationId xmlns:a16="http://schemas.microsoft.com/office/drawing/2014/main" id="{ED5794CD-54D4-8DB4-FBDB-DA63ECAE25F8}"/>
                  </a:ext>
                </a:extLst>
              </p:cNvPr>
              <p:cNvGrpSpPr/>
              <p:nvPr/>
            </p:nvGrpSpPr>
            <p:grpSpPr>
              <a:xfrm>
                <a:off x="8132413" y="3585671"/>
                <a:ext cx="484924" cy="845082"/>
                <a:chOff x="8132413" y="3585671"/>
                <a:chExt cx="484924" cy="845082"/>
              </a:xfrm>
            </p:grpSpPr>
            <p:sp>
              <p:nvSpPr>
                <p:cNvPr id="41" name="任意多边形: 形状 40">
                  <a:extLst>
                    <a:ext uri="{FF2B5EF4-FFF2-40B4-BE49-F238E27FC236}">
                      <a16:creationId xmlns:a16="http://schemas.microsoft.com/office/drawing/2014/main" id="{209740EE-266B-116C-33DE-CB32F22B95F7}"/>
                    </a:ext>
                  </a:extLst>
                </p:cNvPr>
                <p:cNvSpPr/>
                <p:nvPr/>
              </p:nvSpPr>
              <p:spPr>
                <a:xfrm>
                  <a:off x="8132413" y="3618056"/>
                  <a:ext cx="185438" cy="812698"/>
                </a:xfrm>
                <a:custGeom>
                  <a:avLst/>
                  <a:gdLst>
                    <a:gd name="connsiteX0" fmla="*/ 75891 w 185438"/>
                    <a:gd name="connsiteY0" fmla="*/ 800397 h 812698"/>
                    <a:gd name="connsiteX1" fmla="*/ 59106 w 185438"/>
                    <a:gd name="connsiteY1" fmla="*/ 795979 h 812698"/>
                    <a:gd name="connsiteX2" fmla="*/ 24652 w 185438"/>
                    <a:gd name="connsiteY2" fmla="*/ 735905 h 812698"/>
                    <a:gd name="connsiteX3" fmla="*/ 185438 w 185438"/>
                    <a:gd name="connsiteY3" fmla="*/ 128982 h 812698"/>
                    <a:gd name="connsiteX4" fmla="*/ 135966 w 185438"/>
                    <a:gd name="connsiteY4" fmla="*/ 115731 h 812698"/>
                    <a:gd name="connsiteX5" fmla="*/ 166002 w 185438"/>
                    <a:gd name="connsiteY5" fmla="*/ 3534 h 812698"/>
                    <a:gd name="connsiteX6" fmla="*/ 147450 w 185438"/>
                    <a:gd name="connsiteY6" fmla="*/ 0 h 812698"/>
                    <a:gd name="connsiteX7" fmla="*/ 113880 w 185438"/>
                    <a:gd name="connsiteY7" fmla="*/ 126332 h 812698"/>
                    <a:gd name="connsiteX8" fmla="*/ 163352 w 185438"/>
                    <a:gd name="connsiteY8" fmla="*/ 139584 h 812698"/>
                    <a:gd name="connsiteX9" fmla="*/ 1683 w 185438"/>
                    <a:gd name="connsiteY9" fmla="*/ 746507 h 812698"/>
                    <a:gd name="connsiteX10" fmla="*/ 36137 w 185438"/>
                    <a:gd name="connsiteY10" fmla="*/ 806581 h 812698"/>
                    <a:gd name="connsiteX11" fmla="*/ 52922 w 185438"/>
                    <a:gd name="connsiteY11" fmla="*/ 810998 h 812698"/>
                    <a:gd name="connsiteX12" fmla="*/ 97977 w 185438"/>
                    <a:gd name="connsiteY12" fmla="*/ 800397 h 812698"/>
                    <a:gd name="connsiteX13" fmla="*/ 75891 w 185438"/>
                    <a:gd name="connsiteY13" fmla="*/ 800397 h 812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5438" h="812698">
                      <a:moveTo>
                        <a:pt x="75891" y="800397"/>
                      </a:moveTo>
                      <a:lnTo>
                        <a:pt x="59106" y="795979"/>
                      </a:lnTo>
                      <a:cubicBezTo>
                        <a:pt x="32603" y="788912"/>
                        <a:pt x="17585" y="762409"/>
                        <a:pt x="24652" y="735905"/>
                      </a:cubicBezTo>
                      <a:lnTo>
                        <a:pt x="185438" y="128982"/>
                      </a:lnTo>
                      <a:lnTo>
                        <a:pt x="135966" y="115731"/>
                      </a:lnTo>
                      <a:lnTo>
                        <a:pt x="166002" y="3534"/>
                      </a:lnTo>
                      <a:cubicBezTo>
                        <a:pt x="154518" y="883"/>
                        <a:pt x="147450" y="0"/>
                        <a:pt x="147450" y="0"/>
                      </a:cubicBezTo>
                      <a:lnTo>
                        <a:pt x="113880" y="126332"/>
                      </a:lnTo>
                      <a:lnTo>
                        <a:pt x="163352" y="139584"/>
                      </a:lnTo>
                      <a:lnTo>
                        <a:pt x="1683" y="746507"/>
                      </a:lnTo>
                      <a:cubicBezTo>
                        <a:pt x="-5385" y="773010"/>
                        <a:pt x="10517" y="799513"/>
                        <a:pt x="36137" y="806581"/>
                      </a:cubicBezTo>
                      <a:lnTo>
                        <a:pt x="52922" y="810998"/>
                      </a:lnTo>
                      <a:cubicBezTo>
                        <a:pt x="68824" y="815415"/>
                        <a:pt x="85610" y="810998"/>
                        <a:pt x="97977" y="800397"/>
                      </a:cubicBezTo>
                      <a:cubicBezTo>
                        <a:pt x="90910" y="802163"/>
                        <a:pt x="82959" y="802163"/>
                        <a:pt x="75891" y="800397"/>
                      </a:cubicBezTo>
                      <a:close/>
                    </a:path>
                  </a:pathLst>
                </a:custGeom>
                <a:solidFill>
                  <a:srgbClr val="E0A755"/>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42" name="任意多边形: 形状 41">
                  <a:extLst>
                    <a:ext uri="{FF2B5EF4-FFF2-40B4-BE49-F238E27FC236}">
                      <a16:creationId xmlns:a16="http://schemas.microsoft.com/office/drawing/2014/main" id="{9625BAFA-3BB0-C524-F23B-3881B4FBCCCD}"/>
                    </a:ext>
                  </a:extLst>
                </p:cNvPr>
                <p:cNvSpPr/>
                <p:nvPr/>
              </p:nvSpPr>
              <p:spPr>
                <a:xfrm>
                  <a:off x="8329336" y="3586252"/>
                  <a:ext cx="39754" cy="48589"/>
                </a:xfrm>
                <a:custGeom>
                  <a:avLst/>
                  <a:gdLst>
                    <a:gd name="connsiteX0" fmla="*/ 24736 w 39754"/>
                    <a:gd name="connsiteY0" fmla="*/ 24736 h 48589"/>
                    <a:gd name="connsiteX1" fmla="*/ 39755 w 39754"/>
                    <a:gd name="connsiteY1" fmla="*/ 0 h 48589"/>
                    <a:gd name="connsiteX2" fmla="*/ 0 w 39754"/>
                    <a:gd name="connsiteY2" fmla="*/ 43288 h 48589"/>
                    <a:gd name="connsiteX3" fmla="*/ 18553 w 39754"/>
                    <a:gd name="connsiteY3" fmla="*/ 48589 h 48589"/>
                    <a:gd name="connsiteX4" fmla="*/ 24736 w 39754"/>
                    <a:gd name="connsiteY4" fmla="*/ 24736 h 48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54" h="48589">
                      <a:moveTo>
                        <a:pt x="24736" y="24736"/>
                      </a:moveTo>
                      <a:cubicBezTo>
                        <a:pt x="27387" y="15018"/>
                        <a:pt x="32687" y="6184"/>
                        <a:pt x="39755" y="0"/>
                      </a:cubicBezTo>
                      <a:cubicBezTo>
                        <a:pt x="24736" y="3534"/>
                        <a:pt x="7067" y="19436"/>
                        <a:pt x="0" y="43288"/>
                      </a:cubicBezTo>
                      <a:cubicBezTo>
                        <a:pt x="5301" y="44172"/>
                        <a:pt x="12368" y="46822"/>
                        <a:pt x="18553" y="48589"/>
                      </a:cubicBezTo>
                      <a:lnTo>
                        <a:pt x="24736" y="24736"/>
                      </a:lnTo>
                      <a:close/>
                    </a:path>
                  </a:pathLst>
                </a:custGeom>
                <a:solidFill>
                  <a:srgbClr val="E0A755"/>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43" name="任意多边形: 形状 42">
                  <a:extLst>
                    <a:ext uri="{FF2B5EF4-FFF2-40B4-BE49-F238E27FC236}">
                      <a16:creationId xmlns:a16="http://schemas.microsoft.com/office/drawing/2014/main" id="{978BB9E1-6A20-EC2D-86F6-91C350144242}"/>
                    </a:ext>
                  </a:extLst>
                </p:cNvPr>
                <p:cNvSpPr/>
                <p:nvPr/>
              </p:nvSpPr>
              <p:spPr>
                <a:xfrm>
                  <a:off x="8154499" y="3585671"/>
                  <a:ext cx="459304" cy="834244"/>
                </a:xfrm>
                <a:custGeom>
                  <a:avLst/>
                  <a:gdLst>
                    <a:gd name="connsiteX0" fmla="*/ 459305 w 459304"/>
                    <a:gd name="connsiteY0" fmla="*/ 239992 h 834244"/>
                    <a:gd name="connsiteX1" fmla="*/ 283500 w 459304"/>
                    <a:gd name="connsiteY1" fmla="*/ 85390 h 834244"/>
                    <a:gd name="connsiteX2" fmla="*/ 288801 w 459304"/>
                    <a:gd name="connsiteY2" fmla="*/ 65955 h 834244"/>
                    <a:gd name="connsiteX3" fmla="*/ 254346 w 459304"/>
                    <a:gd name="connsiteY3" fmla="*/ 5881 h 834244"/>
                    <a:gd name="connsiteX4" fmla="*/ 237561 w 459304"/>
                    <a:gd name="connsiteY4" fmla="*/ 1464 h 834244"/>
                    <a:gd name="connsiteX5" fmla="*/ 215475 w 459304"/>
                    <a:gd name="connsiteY5" fmla="*/ 580 h 834244"/>
                    <a:gd name="connsiteX6" fmla="*/ 200457 w 459304"/>
                    <a:gd name="connsiteY6" fmla="*/ 25317 h 834244"/>
                    <a:gd name="connsiteX7" fmla="*/ 194273 w 459304"/>
                    <a:gd name="connsiteY7" fmla="*/ 49170 h 834244"/>
                    <a:gd name="connsiteX8" fmla="*/ 175720 w 459304"/>
                    <a:gd name="connsiteY8" fmla="*/ 43869 h 834244"/>
                    <a:gd name="connsiteX9" fmla="*/ 143916 w 459304"/>
                    <a:gd name="connsiteY9" fmla="*/ 35918 h 834244"/>
                    <a:gd name="connsiteX10" fmla="*/ 113880 w 459304"/>
                    <a:gd name="connsiteY10" fmla="*/ 148115 h 834244"/>
                    <a:gd name="connsiteX11" fmla="*/ 163352 w 459304"/>
                    <a:gd name="connsiteY11" fmla="*/ 161366 h 834244"/>
                    <a:gd name="connsiteX12" fmla="*/ 1683 w 459304"/>
                    <a:gd name="connsiteY12" fmla="*/ 768290 h 834244"/>
                    <a:gd name="connsiteX13" fmla="*/ 36137 w 459304"/>
                    <a:gd name="connsiteY13" fmla="*/ 828363 h 834244"/>
                    <a:gd name="connsiteX14" fmla="*/ 52922 w 459304"/>
                    <a:gd name="connsiteY14" fmla="*/ 832781 h 834244"/>
                    <a:gd name="connsiteX15" fmla="*/ 75008 w 459304"/>
                    <a:gd name="connsiteY15" fmla="*/ 833664 h 834244"/>
                    <a:gd name="connsiteX16" fmla="*/ 90027 w 459304"/>
                    <a:gd name="connsiteY16" fmla="*/ 808928 h 834244"/>
                    <a:gd name="connsiteX17" fmla="*/ 251696 w 459304"/>
                    <a:gd name="connsiteY17" fmla="*/ 202005 h 834244"/>
                    <a:gd name="connsiteX18" fmla="*/ 269365 w 459304"/>
                    <a:gd name="connsiteY18" fmla="*/ 206422 h 834244"/>
                    <a:gd name="connsiteX19" fmla="*/ 273782 w 459304"/>
                    <a:gd name="connsiteY19" fmla="*/ 190520 h 834244"/>
                    <a:gd name="connsiteX20" fmla="*/ 459305 w 459304"/>
                    <a:gd name="connsiteY20" fmla="*/ 239992 h 834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9304" h="834244">
                      <a:moveTo>
                        <a:pt x="459305" y="239992"/>
                      </a:moveTo>
                      <a:cubicBezTo>
                        <a:pt x="414249" y="165784"/>
                        <a:pt x="346224" y="117194"/>
                        <a:pt x="283500" y="85390"/>
                      </a:cubicBezTo>
                      <a:lnTo>
                        <a:pt x="288801" y="65955"/>
                      </a:lnTo>
                      <a:cubicBezTo>
                        <a:pt x="295868" y="39452"/>
                        <a:pt x="279966" y="12948"/>
                        <a:pt x="254346" y="5881"/>
                      </a:cubicBezTo>
                      <a:lnTo>
                        <a:pt x="237561" y="1464"/>
                      </a:lnTo>
                      <a:cubicBezTo>
                        <a:pt x="229610" y="-303"/>
                        <a:pt x="222543" y="-303"/>
                        <a:pt x="215475" y="580"/>
                      </a:cubicBezTo>
                      <a:cubicBezTo>
                        <a:pt x="208407" y="6764"/>
                        <a:pt x="203107" y="15599"/>
                        <a:pt x="200457" y="25317"/>
                      </a:cubicBezTo>
                      <a:lnTo>
                        <a:pt x="194273" y="49170"/>
                      </a:lnTo>
                      <a:cubicBezTo>
                        <a:pt x="188088" y="47403"/>
                        <a:pt x="175720" y="43869"/>
                        <a:pt x="175720" y="43869"/>
                      </a:cubicBezTo>
                      <a:cubicBezTo>
                        <a:pt x="163352" y="40335"/>
                        <a:pt x="152751" y="37685"/>
                        <a:pt x="143916" y="35918"/>
                      </a:cubicBezTo>
                      <a:lnTo>
                        <a:pt x="113880" y="148115"/>
                      </a:lnTo>
                      <a:lnTo>
                        <a:pt x="163352" y="161366"/>
                      </a:lnTo>
                      <a:lnTo>
                        <a:pt x="1683" y="768290"/>
                      </a:lnTo>
                      <a:cubicBezTo>
                        <a:pt x="-5385" y="794793"/>
                        <a:pt x="10517" y="821296"/>
                        <a:pt x="36137" y="828363"/>
                      </a:cubicBezTo>
                      <a:lnTo>
                        <a:pt x="52922" y="832781"/>
                      </a:lnTo>
                      <a:cubicBezTo>
                        <a:pt x="60873" y="834548"/>
                        <a:pt x="67941" y="834548"/>
                        <a:pt x="75008" y="833664"/>
                      </a:cubicBezTo>
                      <a:cubicBezTo>
                        <a:pt x="82076" y="827480"/>
                        <a:pt x="87376" y="818646"/>
                        <a:pt x="90027" y="808928"/>
                      </a:cubicBezTo>
                      <a:lnTo>
                        <a:pt x="251696" y="202005"/>
                      </a:lnTo>
                      <a:lnTo>
                        <a:pt x="269365" y="206422"/>
                      </a:lnTo>
                      <a:lnTo>
                        <a:pt x="273782" y="190520"/>
                      </a:lnTo>
                      <a:lnTo>
                        <a:pt x="459305" y="239992"/>
                      </a:lnTo>
                      <a:close/>
                    </a:path>
                  </a:pathLst>
                </a:custGeom>
                <a:solidFill>
                  <a:srgbClr val="FFE369"/>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sp>
              <p:nvSpPr>
                <p:cNvPr id="44" name="任意多边形: 形状 43">
                  <a:extLst>
                    <a:ext uri="{FF2B5EF4-FFF2-40B4-BE49-F238E27FC236}">
                      <a16:creationId xmlns:a16="http://schemas.microsoft.com/office/drawing/2014/main" id="{7BCEBD9D-6895-AA3D-7E65-6E9FFED77B4B}"/>
                    </a:ext>
                  </a:extLst>
                </p:cNvPr>
                <p:cNvSpPr/>
                <p:nvPr/>
              </p:nvSpPr>
              <p:spPr>
                <a:xfrm>
                  <a:off x="8407078" y="3771774"/>
                  <a:ext cx="210259" cy="71558"/>
                </a:xfrm>
                <a:custGeom>
                  <a:avLst/>
                  <a:gdLst>
                    <a:gd name="connsiteX0" fmla="*/ 206725 w 210259"/>
                    <a:gd name="connsiteY0" fmla="*/ 53890 h 71558"/>
                    <a:gd name="connsiteX1" fmla="*/ 4417 w 210259"/>
                    <a:gd name="connsiteY1" fmla="*/ 0 h 71558"/>
                    <a:gd name="connsiteX2" fmla="*/ 0 w 210259"/>
                    <a:gd name="connsiteY2" fmla="*/ 15902 h 71558"/>
                    <a:gd name="connsiteX3" fmla="*/ 210259 w 210259"/>
                    <a:gd name="connsiteY3" fmla="*/ 71559 h 71558"/>
                    <a:gd name="connsiteX4" fmla="*/ 206725 w 210259"/>
                    <a:gd name="connsiteY4" fmla="*/ 53890 h 715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0259" h="71558">
                      <a:moveTo>
                        <a:pt x="206725" y="53890"/>
                      </a:moveTo>
                      <a:lnTo>
                        <a:pt x="4417" y="0"/>
                      </a:lnTo>
                      <a:lnTo>
                        <a:pt x="0" y="15902"/>
                      </a:lnTo>
                      <a:lnTo>
                        <a:pt x="210259" y="71559"/>
                      </a:lnTo>
                      <a:cubicBezTo>
                        <a:pt x="210259" y="63608"/>
                        <a:pt x="210259" y="60074"/>
                        <a:pt x="206725" y="53890"/>
                      </a:cubicBezTo>
                      <a:close/>
                    </a:path>
                  </a:pathLst>
                </a:custGeom>
                <a:solidFill>
                  <a:srgbClr val="E0A755"/>
                </a:solidFill>
                <a:ln w="8824"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endParaRPr lang="zh-CN" altLang="en-US" b="1">
                    <a:solidFill>
                      <a:srgbClr val="000000"/>
                    </a:solidFill>
                    <a:latin typeface="Monotype Corsiva"/>
                    <a:ea typeface="黑体"/>
                  </a:endParaRPr>
                </a:p>
              </p:txBody>
            </p:sp>
          </p:grpSp>
        </p:grpSp>
        <p:sp>
          <p:nvSpPr>
            <p:cNvPr id="7" name="文本框 6">
              <a:extLst>
                <a:ext uri="{FF2B5EF4-FFF2-40B4-BE49-F238E27FC236}">
                  <a16:creationId xmlns:a16="http://schemas.microsoft.com/office/drawing/2014/main" id="{104D9DE8-DA74-9919-2488-048944C12FC4}"/>
                </a:ext>
              </a:extLst>
            </p:cNvPr>
            <p:cNvSpPr txBox="1"/>
            <p:nvPr/>
          </p:nvSpPr>
          <p:spPr>
            <a:xfrm>
              <a:off x="6447" y="4331"/>
              <a:ext cx="6388" cy="2194"/>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lnSpc>
                  <a:spcPct val="120000"/>
                </a:lnSpc>
                <a:spcBef>
                  <a:spcPct val="0"/>
                </a:spcBef>
                <a:spcAft>
                  <a:spcPct val="0"/>
                </a:spcAft>
              </a:pPr>
              <a:r>
                <a:rPr lang="zh-CN" altLang="en-US" sz="26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某矩形断面渠道，已q=5m</a:t>
              </a:r>
              <a:r>
                <a:rPr lang="en-US" altLang="zh-CN" sz="2600" b="1" baseline="30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26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/(s·m)，h=2.5 m。</a:t>
              </a:r>
              <a:endParaRPr lang="en-US" altLang="zh-CN" sz="26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fontAlgn="base">
                <a:lnSpc>
                  <a:spcPct val="120000"/>
                </a:lnSpc>
                <a:spcBef>
                  <a:spcPct val="0"/>
                </a:spcBef>
                <a:spcAft>
                  <a:spcPct val="0"/>
                </a:spcAft>
              </a:pPr>
              <a:r>
                <a:rPr lang="zh-CN" altLang="en-US" sz="26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试用</a:t>
              </a:r>
              <a:r>
                <a:rPr lang="zh-CN" altLang="en-US" sz="26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弗劳德数</a:t>
              </a:r>
              <a:r>
                <a:rPr lang="zh-CN" altLang="en-US" sz="26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和</a:t>
              </a:r>
              <a:r>
                <a:rPr lang="zh-CN" altLang="en-US" sz="26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干扰微波波速方法</a:t>
              </a:r>
              <a:r>
                <a:rPr lang="zh-CN" altLang="en-US" sz="26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判断水流的流态。</a:t>
              </a:r>
            </a:p>
          </p:txBody>
        </p:sp>
      </p:grpSp>
      <p:pic>
        <p:nvPicPr>
          <p:cNvPr id="109" name="图片 108">
            <a:extLst>
              <a:ext uri="{FF2B5EF4-FFF2-40B4-BE49-F238E27FC236}">
                <a16:creationId xmlns:a16="http://schemas.microsoft.com/office/drawing/2014/main" id="{CA99AB1D-E23B-27A7-9DDD-A0BEAB9CB2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64936" y="93145"/>
            <a:ext cx="3350597" cy="628003"/>
          </a:xfrm>
          <a:prstGeom prst="rect">
            <a:avLst/>
          </a:prstGeom>
        </p:spPr>
      </p:pic>
      <p:sp>
        <p:nvSpPr>
          <p:cNvPr id="110" name="TextBox 4">
            <a:extLst>
              <a:ext uri="{FF2B5EF4-FFF2-40B4-BE49-F238E27FC236}">
                <a16:creationId xmlns:a16="http://schemas.microsoft.com/office/drawing/2014/main" id="{EC5AB9A2-B26E-0E61-67CF-04C6AE7EB9A4}"/>
              </a:ext>
            </a:extLst>
          </p:cNvPr>
          <p:cNvSpPr txBox="1"/>
          <p:nvPr/>
        </p:nvSpPr>
        <p:spPr>
          <a:xfrm>
            <a:off x="190500" y="114300"/>
            <a:ext cx="5105400" cy="584775"/>
          </a:xfrm>
          <a:prstGeom prst="rect">
            <a:avLst/>
          </a:prstGeom>
          <a:noFill/>
          <a:ln>
            <a:noFill/>
          </a:ln>
        </p:spPr>
        <p:txBody>
          <a:bodyPr wrap="square" rtlCol="0">
            <a:spAutoFit/>
          </a:bodyPr>
          <a:lstStyle/>
          <a:p>
            <a:pPr>
              <a:defRPr/>
            </a:pPr>
            <a:r>
              <a:rPr lang="zh-CN" altLang="en-US" sz="3200" b="1" dirty="0">
                <a:latin typeface="Microsoft YaHei" panose="020B0503020204020204" pitchFamily="34" charset="-122"/>
                <a:ea typeface="Microsoft YaHei" panose="020B0503020204020204" pitchFamily="34" charset="-122"/>
                <a:sym typeface="+mn-ea"/>
              </a:rPr>
              <a:t>课后思考作业</a:t>
            </a:r>
          </a:p>
        </p:txBody>
      </p:sp>
      <p:sp>
        <p:nvSpPr>
          <p:cNvPr id="112" name="矩形 111">
            <a:extLst>
              <a:ext uri="{FF2B5EF4-FFF2-40B4-BE49-F238E27FC236}">
                <a16:creationId xmlns:a16="http://schemas.microsoft.com/office/drawing/2014/main" id="{9BF3E2DD-C964-8BB6-E424-129C3008FC05}"/>
              </a:ext>
            </a:extLst>
          </p:cNvPr>
          <p:cNvSpPr/>
          <p:nvPr/>
        </p:nvSpPr>
        <p:spPr>
          <a:xfrm>
            <a:off x="288780" y="5806720"/>
            <a:ext cx="11430000" cy="787400"/>
          </a:xfrm>
          <a:prstGeom prst="rect">
            <a:avLst/>
          </a:prstGeom>
          <a:solidFill>
            <a:srgbClr val="DEEBF7"/>
          </a:solidFill>
          <a:ln w="19050">
            <a:solidFill>
              <a:srgbClr val="0070C0"/>
            </a:solidFill>
            <a:prstDash val="solid"/>
          </a:ln>
        </p:spPr>
        <p:txBody>
          <a:bodyPr/>
          <a:lstStyle/>
          <a:p>
            <a:endParaRPr/>
          </a:p>
        </p:txBody>
      </p:sp>
      <p:sp>
        <p:nvSpPr>
          <p:cNvPr id="114" name="矩形 113">
            <a:extLst>
              <a:ext uri="{FF2B5EF4-FFF2-40B4-BE49-F238E27FC236}">
                <a16:creationId xmlns:a16="http://schemas.microsoft.com/office/drawing/2014/main" id="{757610D8-BEB4-7B8D-58B6-93F83C240D03}"/>
              </a:ext>
            </a:extLst>
          </p:cNvPr>
          <p:cNvSpPr/>
          <p:nvPr/>
        </p:nvSpPr>
        <p:spPr>
          <a:xfrm>
            <a:off x="479280" y="5933720"/>
            <a:ext cx="11049000" cy="635000"/>
          </a:xfrm>
          <a:prstGeom prst="rect">
            <a:avLst/>
          </a:prstGeom>
          <a:noFill/>
          <a:ln>
            <a:noFill/>
          </a:ln>
        </p:spPr>
        <p:txBody>
          <a:bodyPr/>
          <a:lstStyle/>
          <a:p>
            <a:r>
              <a:rPr lang="zh-CN" sz="1600" dirty="0">
                <a:solidFill>
                  <a:srgbClr val="00448E"/>
                </a:solidFill>
                <a:latin typeface="Times New Roman" panose="02020603050405020304" pitchFamily="18" charset="0"/>
                <a:ea typeface="微软雅黑"/>
                <a:cs typeface="Times New Roman" panose="02020603050405020304" pitchFamily="18" charset="0"/>
              </a:rPr>
              <a:t>思考题提示：先求 v ＝ q/h ＝ 2 m/s，再求 c ＝ √(g·h) ≈ 4.95 m/s，比较 v 与 c（或 Fr ≈ 0.40）即可判断流态</a:t>
            </a:r>
            <a:endParaRP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3822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 grpId="0" animBg="1"/>
      <p:bldP spid="114"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a:extLst>
            <a:ext uri="{FF2B5EF4-FFF2-40B4-BE49-F238E27FC236}">
              <a16:creationId xmlns:a16="http://schemas.microsoft.com/office/drawing/2014/main" id="{E30A3BCE-7D6D-CB2F-8120-4A39D5FD2D94}"/>
            </a:ext>
          </a:extLst>
        </p:cNvPr>
        <p:cNvGrpSpPr/>
        <p:nvPr/>
      </p:nvGrpSpPr>
      <p:grpSpPr>
        <a:xfrm>
          <a:off x="0" y="0"/>
          <a:ext cx="0" cy="0"/>
          <a:chOff x="0" y="0"/>
          <a:chExt cx="0" cy="0"/>
        </a:xfrm>
      </p:grpSpPr>
      <p:pic>
        <p:nvPicPr>
          <p:cNvPr id="5" name="Picture 2" descr="C:\Users\Administrator\Desktop\微立体创业计划\001.png">
            <a:extLst>
              <a:ext uri="{FF2B5EF4-FFF2-40B4-BE49-F238E27FC236}">
                <a16:creationId xmlns:a16="http://schemas.microsoft.com/office/drawing/2014/main" id="{CA8D76D1-1987-4DC8-740E-4BED91EE3A0A}"/>
              </a:ext>
            </a:extLst>
          </p:cNvPr>
          <p:cNvPicPr>
            <a:picLocks noChangeAspect="1" noChangeArrowheads="1"/>
          </p:cNvPicPr>
          <p:nvPr/>
        </p:nvPicPr>
        <p:blipFill>
          <a:blip r:embed="rId4" cstate="print">
            <a:extLst>
              <a:ext uri="{BEBA8EAE-BF5A-486C-A8C5-ECC9F3942E4B}">
                <a14:imgProps xmlns:a14="http://schemas.microsoft.com/office/drawing/2010/main">
                  <a14:imgLayer r:embed="rId5">
                    <a14:imgEffect>
                      <a14:brightnessContrast bright="-3000"/>
                    </a14:imgEffect>
                  </a14:imgLayer>
                </a14:imgProps>
              </a:ext>
              <a:ext uri="{28A0092B-C50C-407E-A947-70E740481C1C}">
                <a14:useLocalDpi xmlns:a14="http://schemas.microsoft.com/office/drawing/2010/main" val="0"/>
              </a:ext>
            </a:extLst>
          </a:blip>
          <a:srcRect/>
          <a:stretch>
            <a:fillRect/>
          </a:stretch>
        </p:blipFill>
        <p:spPr bwMode="auto">
          <a:xfrm>
            <a:off x="4426656" y="309228"/>
            <a:ext cx="2622992" cy="2622637"/>
          </a:xfrm>
          <a:prstGeom prst="rect">
            <a:avLst/>
          </a:prstGeom>
          <a:noFill/>
          <a:effectLst/>
          <a:extLst>
            <a:ext uri="{909E8E84-426E-40DD-AFC4-6F175D3DCCD1}">
              <a14:hiddenFill xmlns:a14="http://schemas.microsoft.com/office/drawing/2010/main">
                <a:solidFill>
                  <a:srgbClr val="FFFFFF"/>
                </a:solidFill>
              </a14:hiddenFill>
            </a:ext>
          </a:extLst>
        </p:spPr>
      </p:pic>
      <p:grpSp>
        <p:nvGrpSpPr>
          <p:cNvPr id="10" name="组合 9">
            <a:extLst>
              <a:ext uri="{FF2B5EF4-FFF2-40B4-BE49-F238E27FC236}">
                <a16:creationId xmlns:a16="http://schemas.microsoft.com/office/drawing/2014/main" id="{9EC93721-29C4-A968-E67F-48BF72EC49AB}"/>
              </a:ext>
            </a:extLst>
          </p:cNvPr>
          <p:cNvGrpSpPr/>
          <p:nvPr/>
        </p:nvGrpSpPr>
        <p:grpSpPr>
          <a:xfrm>
            <a:off x="3974031" y="-122941"/>
            <a:ext cx="5174827" cy="2973493"/>
            <a:chOff x="4775" y="-131"/>
            <a:chExt cx="6112" cy="3512"/>
          </a:xfrm>
        </p:grpSpPr>
        <p:pic>
          <p:nvPicPr>
            <p:cNvPr id="6" name="Picture 3" descr="C:\Users\Administrator\Desktop\微立体创业计划\002.png">
              <a:extLst>
                <a:ext uri="{FF2B5EF4-FFF2-40B4-BE49-F238E27FC236}">
                  <a16:creationId xmlns:a16="http://schemas.microsoft.com/office/drawing/2014/main" id="{3F4EFC7F-2DE7-127A-3043-EC3934DE63C4}"/>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538" y="-131"/>
              <a:ext cx="3513" cy="3512"/>
            </a:xfrm>
            <a:prstGeom prst="rect">
              <a:avLst/>
            </a:prstGeom>
            <a:noFill/>
            <a:effectLst>
              <a:outerShdw blurRad="292100" dist="177800" dir="2460000" sx="99000" sy="99000" algn="l" rotWithShape="0">
                <a:prstClr val="black">
                  <a:alpha val="39000"/>
                </a:prstClr>
              </a:outerShdw>
            </a:effectLst>
            <a:extLst>
              <a:ext uri="{909E8E84-426E-40DD-AFC4-6F175D3DCCD1}">
                <a14:hiddenFill xmlns:a14="http://schemas.microsoft.com/office/drawing/2010/main">
                  <a:solidFill>
                    <a:srgbClr val="FFFFFF"/>
                  </a:solidFill>
                </a14:hiddenFill>
              </a:ext>
            </a:extLst>
          </p:spPr>
        </p:pic>
        <p:pic>
          <p:nvPicPr>
            <p:cNvPr id="110" name="图片 109">
              <a:extLst>
                <a:ext uri="{FF2B5EF4-FFF2-40B4-BE49-F238E27FC236}">
                  <a16:creationId xmlns:a16="http://schemas.microsoft.com/office/drawing/2014/main" id="{5DEBD6C4-4888-52AB-2E84-1A2BA2600E16}"/>
                </a:ext>
              </a:extLst>
            </p:cNvPr>
            <p:cNvPicPr>
              <a:picLocks noChangeAspect="1"/>
            </p:cNvPicPr>
            <p:nvPr/>
          </p:nvPicPr>
          <p:blipFill>
            <a:blip r:embed="rId7"/>
            <a:stretch>
              <a:fillRect/>
            </a:stretch>
          </p:blipFill>
          <p:spPr>
            <a:xfrm>
              <a:off x="4775" y="475"/>
              <a:ext cx="6113" cy="2300"/>
            </a:xfrm>
            <a:prstGeom prst="rect">
              <a:avLst/>
            </a:prstGeom>
            <a:noFill/>
            <a:ln w="9525">
              <a:noFill/>
            </a:ln>
          </p:spPr>
        </p:pic>
      </p:grpSp>
      <p:pic>
        <p:nvPicPr>
          <p:cNvPr id="7" name="图片 6" descr="1-02">
            <a:extLst>
              <a:ext uri="{FF2B5EF4-FFF2-40B4-BE49-F238E27FC236}">
                <a16:creationId xmlns:a16="http://schemas.microsoft.com/office/drawing/2014/main" id="{16C1EB24-7A1E-0367-A181-384AC37503FB}"/>
              </a:ext>
            </a:extLst>
          </p:cNvPr>
          <p:cNvPicPr>
            <a:picLocks noChangeAspect="1"/>
          </p:cNvPicPr>
          <p:nvPr/>
        </p:nvPicPr>
        <p:blipFill>
          <a:blip r:embed="rId8"/>
          <a:stretch>
            <a:fillRect/>
          </a:stretch>
        </p:blipFill>
        <p:spPr>
          <a:xfrm>
            <a:off x="794" y="3562120"/>
            <a:ext cx="12212828" cy="1065419"/>
          </a:xfrm>
          <a:prstGeom prst="rect">
            <a:avLst/>
          </a:prstGeom>
          <a:solidFill>
            <a:schemeClr val="accent1"/>
          </a:solidFill>
        </p:spPr>
      </p:pic>
      <p:sp>
        <p:nvSpPr>
          <p:cNvPr id="8" name="文本框 7">
            <a:extLst>
              <a:ext uri="{FF2B5EF4-FFF2-40B4-BE49-F238E27FC236}">
                <a16:creationId xmlns:a16="http://schemas.microsoft.com/office/drawing/2014/main" id="{D7E1BB1F-C9B3-4431-32F4-89E2E5710CFC}"/>
              </a:ext>
            </a:extLst>
          </p:cNvPr>
          <p:cNvSpPr txBox="1"/>
          <p:nvPr/>
        </p:nvSpPr>
        <p:spPr>
          <a:xfrm>
            <a:off x="1737677" y="3602461"/>
            <a:ext cx="9307724" cy="923330"/>
          </a:xfrm>
          <a:prstGeom prst="rect">
            <a:avLst/>
          </a:prstGeom>
          <a:noFill/>
        </p:spPr>
        <p:txBody>
          <a:bodyPr wrap="square" rtlCol="0">
            <a:spAutoFit/>
          </a:bodyPr>
          <a:lstStyle/>
          <a:p>
            <a:pPr algn="ctr"/>
            <a:r>
              <a:rPr lang="zh-CN" altLang="en-US" sz="5400" b="1" dirty="0">
                <a:solidFill>
                  <a:schemeClr val="bg1"/>
                </a:solidFill>
                <a:latin typeface="Microsoft YaHei" panose="020B0503020204020204" pitchFamily="34" charset="-122"/>
                <a:ea typeface="Microsoft YaHei" panose="020B0503020204020204" pitchFamily="34" charset="-122"/>
                <a:sym typeface="+mn-ea"/>
              </a:rPr>
              <a:t>请各位专家批评指正！</a:t>
            </a:r>
            <a:endParaRPr lang="zh-CN" altLang="en-US" b="1" dirty="0">
              <a:solidFill>
                <a:schemeClr val="bg1"/>
              </a:solidFill>
              <a:ea typeface="方正兰亭中粗黑_GBK" panose="02000000000000000000" charset="-122"/>
            </a:endParaRPr>
          </a:p>
        </p:txBody>
      </p:sp>
    </p:spTree>
    <p:extLst>
      <p:ext uri="{BB962C8B-B14F-4D97-AF65-F5344CB8AC3E}">
        <p14:creationId xmlns:p14="http://schemas.microsoft.com/office/powerpoint/2010/main" val="1430653346"/>
      </p:ext>
    </p:extLst>
  </p:cSld>
  <p:clrMapOvr>
    <a:masterClrMapping/>
  </p:clrMapOvr>
  <mc:AlternateContent xmlns:mc="http://schemas.openxmlformats.org/markup-compatibility/2006" xmlns:p14="http://schemas.microsoft.com/office/powerpoint/2010/main">
    <mc:Choice Requires="p14">
      <p:transition spd="slow" p14:dur="1250"/>
    </mc:Choice>
    <mc:Fallback xmlns="">
      <p:transition spd="slow"/>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61.7|29.6|25.3"/>
</p:tagLst>
</file>

<file path=ppt/tags/tag2.xml><?xml version="1.0" encoding="utf-8"?>
<p:tagLst xmlns:a="http://schemas.openxmlformats.org/drawingml/2006/main" xmlns:r="http://schemas.openxmlformats.org/officeDocument/2006/relationships" xmlns:p="http://schemas.openxmlformats.org/presentationml/2006/main">
  <p:tag name="TIMING" val="|61.7|29.6|25.3"/>
</p:tagLst>
</file>

<file path=ppt/tags/tag3.xml><?xml version="1.0" encoding="utf-8"?>
<p:tagLst xmlns:a="http://schemas.openxmlformats.org/drawingml/2006/main" xmlns:r="http://schemas.openxmlformats.org/officeDocument/2006/relationships" xmlns:p="http://schemas.openxmlformats.org/presentationml/2006/main">
  <p:tag name="TIMING" val="|61.7|29.6|25.3"/>
</p:tagLst>
</file>

<file path=ppt/tags/tag4.xml><?xml version="1.0" encoding="utf-8"?>
<p:tagLst xmlns:a="http://schemas.openxmlformats.org/drawingml/2006/main" xmlns:r="http://schemas.openxmlformats.org/officeDocument/2006/relationships" xmlns:p="http://schemas.openxmlformats.org/presentationml/2006/main">
  <p:tag name="TIMING" val="|61.7|29.6|25.3"/>
</p:tagLst>
</file>

<file path=ppt/tags/tag5.xml><?xml version="1.0" encoding="utf-8"?>
<p:tagLst xmlns:a="http://schemas.openxmlformats.org/drawingml/2006/main" xmlns:r="http://schemas.openxmlformats.org/officeDocument/2006/relationships" xmlns:p="http://schemas.openxmlformats.org/presentationml/2006/main">
  <p:tag name="TIMING" val="|61.7|29.6|25.3"/>
</p:tagLst>
</file>

<file path=ppt/tags/tag6.xml><?xml version="1.0" encoding="utf-8"?>
<p:tagLst xmlns:a="http://schemas.openxmlformats.org/drawingml/2006/main" xmlns:r="http://schemas.openxmlformats.org/officeDocument/2006/relationships" xmlns:p="http://schemas.openxmlformats.org/presentationml/2006/main">
  <p:tag name="TIMING" val="|61.7|29.6|25.3"/>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3499</TotalTime>
  <Words>2079</Words>
  <Application>Microsoft Office PowerPoint</Application>
  <PresentationFormat>宽屏</PresentationFormat>
  <Paragraphs>156</Paragraphs>
  <Slides>14</Slides>
  <Notes>12</Notes>
  <HiddenSlides>0</HiddenSlides>
  <MMClips>1</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14</vt:i4>
      </vt:variant>
    </vt:vector>
  </HeadingPairs>
  <TitlesOfParts>
    <vt:vector size="31" baseType="lpstr">
      <vt:lpstr>-apple-system</vt:lpstr>
      <vt:lpstr>Google Sans Text</vt:lpstr>
      <vt:lpstr>等线</vt:lpstr>
      <vt:lpstr>方正兰亭中粗黑_GBK</vt:lpstr>
      <vt:lpstr>黑体</vt:lpstr>
      <vt:lpstr>兰亭黑-简</vt:lpstr>
      <vt:lpstr>微软雅黑</vt:lpstr>
      <vt:lpstr>微软雅黑</vt:lpstr>
      <vt:lpstr>Arial</vt:lpstr>
      <vt:lpstr>Calibri</vt:lpstr>
      <vt:lpstr>Calibri Light</vt:lpstr>
      <vt:lpstr>Cambria Math</vt:lpstr>
      <vt:lpstr>Monotype Corsiva</vt:lpstr>
      <vt:lpstr>Times New Roman</vt:lpstr>
      <vt:lpstr>Wingdings</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zoetic</dc:creator>
  <cp:lastModifiedBy>mengfei</cp:lastModifiedBy>
  <cp:revision>203</cp:revision>
  <dcterms:created xsi:type="dcterms:W3CDTF">2021-05-18T08:42:08Z</dcterms:created>
  <dcterms:modified xsi:type="dcterms:W3CDTF">2026-10-12T06:30:49Z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2052-1.1.0.1454</vt:lpwstr>
  </property>
</Properties>
</file>